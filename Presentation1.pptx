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6" r:id="rId8"/>
    <p:sldId id="267" r:id="rId9"/>
    <p:sldId id="265" r:id="rId10"/>
    <p:sldId id="25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E60"/>
    <a:srgbClr val="19695F"/>
    <a:srgbClr val="E1D7C5"/>
    <a:srgbClr val="336659"/>
    <a:srgbClr val="1F493D"/>
    <a:srgbClr val="414141"/>
    <a:srgbClr val="F3EFE8"/>
    <a:srgbClr val="EAE3D6"/>
    <a:srgbClr val="363636"/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1568" y="8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E71E9-DDC5-4CDE-A098-7250A6D6A1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4B9B1D-6046-4EA0-B934-C78804477C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F5EA3C-84E3-4403-8DA0-BBDBD0632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0B265-B108-4E15-B914-872F48A12D94}" type="datetimeFigureOut">
              <a:rPr lang="en-GB" smtClean="0"/>
              <a:t>01/01/2026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6C121-EB5F-498F-8AE7-CD08E750A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229442-2B71-4B6A-ABA9-2DEF7EB2E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D8774-D763-42A5-943F-2CC459D322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8952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78F1A-9039-4B90-B46F-54B8FCBCA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C62E5B-0BE3-4D6A-979B-848BEF38C7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2CD03-9665-4DF5-AC86-1A582DF92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0B265-B108-4E15-B914-872F48A12D94}" type="datetimeFigureOut">
              <a:rPr lang="en-GB" smtClean="0"/>
              <a:t>01/01/2026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F5781A-88AD-4745-9D29-28206D7AF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E44288-7B35-46CB-ABDC-6525B10F6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D8774-D763-42A5-943F-2CC459D322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6619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98B41-DB6A-4506-878F-2BD79B8F8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7AD21D-B6A0-4850-8FBD-AD6F407BCA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C7539-F3AB-43BB-92FD-5B45433CC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0B265-B108-4E15-B914-872F48A12D94}" type="datetimeFigureOut">
              <a:rPr lang="en-GB" smtClean="0"/>
              <a:t>01/01/2026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785A0-0B4E-4F80-8A5C-2B0F9D700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3A089-242E-4C30-85B6-CC8AEF48C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D8774-D763-42A5-943F-2CC459D322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3685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D6F9E-BA7C-490F-81D9-2DB381928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C326C-2257-4BB1-B6B8-AFE4BF0EA5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30C979-CC33-4406-B455-7615CBD147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6E04E0-0D34-4100-9677-CAA5C6754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0B265-B108-4E15-B914-872F48A12D94}" type="datetimeFigureOut">
              <a:rPr lang="en-GB" smtClean="0"/>
              <a:t>01/01/2026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A9666E-81B9-4968-8E07-A11F87CE9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6C86CA-1707-4AC6-B5B5-211E2701B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D8774-D763-42A5-943F-2CC459D322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5549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700D9-57E8-4A1C-A28D-CA0C0C086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A91D5C-ADAE-48D6-82E7-188610982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2CA3DE-D959-4B80-BF2E-8C3F3B5BD8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BA03F3-E451-44A0-A7DA-56E773C42B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7AB8ED-AAD6-47BD-B8A2-D05B22E6B2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0F828A-6FA6-4236-AB1F-0FE003573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0B265-B108-4E15-B914-872F48A12D94}" type="datetimeFigureOut">
              <a:rPr lang="en-GB" smtClean="0"/>
              <a:t>01/01/2026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CF5D8F-52C0-43C5-9598-C235002F2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1880A1-16B2-4F8B-B326-C4A44767C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D8774-D763-42A5-943F-2CC459D322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9905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CDCA2-0F79-4E67-BBB5-A8D2854E3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7B579A-573C-4C91-A955-75B1A0E40B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0B265-B108-4E15-B914-872F48A12D94}" type="datetimeFigureOut">
              <a:rPr lang="en-GB" smtClean="0"/>
              <a:t>01/01/2026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3CA759-2EA6-424D-A035-08422CA6F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B2F4E6-BCC3-4E14-984A-FEE7BAF7E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D8774-D763-42A5-943F-2CC459D322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1688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1B6D84-84AA-4CBF-B92E-50AA0B281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0B265-B108-4E15-B914-872F48A12D94}" type="datetimeFigureOut">
              <a:rPr lang="en-GB" smtClean="0"/>
              <a:t>01/01/2026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37B239-A5D2-459E-A6EC-D6BCCA2FD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B0D1F7-167B-4A22-811F-23D6F6387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D8774-D763-42A5-943F-2CC459D322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63917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1DB4A-B1EF-4914-B4A3-F93E00172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2C172-133D-49A3-919D-E5CC98E158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493AB0-7B97-4DFE-BFEB-FE58B0AD5C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5A6204-1029-449F-820E-18D71EA3E1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0B265-B108-4E15-B914-872F48A12D94}" type="datetimeFigureOut">
              <a:rPr lang="en-GB" smtClean="0"/>
              <a:t>01/01/2026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F46F8B-8CC5-4EC1-9199-B03744C89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766954-A7C6-471B-BE14-E9F86CE5A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D8774-D763-42A5-943F-2CC459D322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6956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4FF35-BDF1-4001-A5E0-EE0D83CDA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0DEFEF-8B3C-4B70-9501-C907376B98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712635-3F01-4AEE-B6E1-2D96686B0C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90382B-0E5C-4528-9FC0-903BFC437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0B265-B108-4E15-B914-872F48A12D94}" type="datetimeFigureOut">
              <a:rPr lang="en-GB" smtClean="0"/>
              <a:t>01/01/2026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7E4038-6118-4D2A-8FF4-F77C43446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1EC4F1-34EA-427D-B634-4CFF5C54B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D8774-D763-42A5-943F-2CC459D322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9280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8492B-6F45-4265-B6B2-B9CA82B9D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F0E910-ADC3-4F2C-936C-990DDB5D64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0C0C6-811B-4776-A2FE-2FEAA1833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0B265-B108-4E15-B914-872F48A12D94}" type="datetimeFigureOut">
              <a:rPr lang="en-GB" smtClean="0"/>
              <a:t>01/01/2026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A233C-2BC1-4B5E-AF31-04522F502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E41674-736E-49BD-94C3-016A85DAD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D8774-D763-42A5-943F-2CC459D322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877228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70125A-F9B4-4A69-B5BC-9DF03BE61A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FBCBD2-30A7-4809-AB33-0869E9C29F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1487E-AE22-4B38-BE18-0AAC0F978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0B265-B108-4E15-B914-872F48A12D94}" type="datetimeFigureOut">
              <a:rPr lang="en-GB" smtClean="0"/>
              <a:t>01/01/2026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DA286-2D6F-4A3F-B9EA-204B8D82A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DF060-6304-47F1-851B-A7390B9F6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D8774-D763-42A5-943F-2CC459D322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2137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1190B0-AF37-470D-A5CB-6AB98EBC7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24C647-6E37-4544-97BE-9A8686108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57A2E-357E-40C1-A2C1-11A15EFEAE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90B265-B108-4E15-B914-872F48A12D94}" type="datetimeFigureOut">
              <a:rPr lang="en-GB" smtClean="0"/>
              <a:t>01/01/2026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DA1FE-5A11-4476-BF9C-E94A0188B3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504401-A125-447E-8D66-6B0715DD61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6D8774-D763-42A5-943F-2CC459D3222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6111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8.svg"/><Relationship Id="rId2" Type="http://schemas.openxmlformats.org/officeDocument/2006/relationships/image" Target="../media/image3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6.svg"/><Relationship Id="rId18" Type="http://schemas.openxmlformats.org/officeDocument/2006/relationships/image" Target="../media/image1.png"/><Relationship Id="rId3" Type="http://schemas.openxmlformats.org/officeDocument/2006/relationships/image" Target="../media/image4.sv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15.png"/><Relationship Id="rId17" Type="http://schemas.openxmlformats.org/officeDocument/2006/relationships/image" Target="../media/image20.svg"/><Relationship Id="rId2" Type="http://schemas.openxmlformats.org/officeDocument/2006/relationships/image" Target="../media/image3.png"/><Relationship Id="rId16" Type="http://schemas.openxmlformats.org/officeDocument/2006/relationships/image" Target="../media/image19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8.svg"/><Relationship Id="rId10" Type="http://schemas.openxmlformats.org/officeDocument/2006/relationships/image" Target="../media/image11.png"/><Relationship Id="rId19" Type="http://schemas.openxmlformats.org/officeDocument/2006/relationships/image" Target="../media/image2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6.svg"/><Relationship Id="rId18" Type="http://schemas.openxmlformats.org/officeDocument/2006/relationships/image" Target="../media/image1.png"/><Relationship Id="rId3" Type="http://schemas.openxmlformats.org/officeDocument/2006/relationships/image" Target="../media/image4.svg"/><Relationship Id="rId21" Type="http://schemas.openxmlformats.org/officeDocument/2006/relationships/image" Target="../media/image22.svg"/><Relationship Id="rId7" Type="http://schemas.openxmlformats.org/officeDocument/2006/relationships/image" Target="../media/image8.svg"/><Relationship Id="rId12" Type="http://schemas.openxmlformats.org/officeDocument/2006/relationships/image" Target="../media/image15.png"/><Relationship Id="rId17" Type="http://schemas.openxmlformats.org/officeDocument/2006/relationships/image" Target="../media/image20.svg"/><Relationship Id="rId2" Type="http://schemas.openxmlformats.org/officeDocument/2006/relationships/image" Target="../media/image3.png"/><Relationship Id="rId16" Type="http://schemas.openxmlformats.org/officeDocument/2006/relationships/image" Target="../media/image19.png"/><Relationship Id="rId20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5" Type="http://schemas.openxmlformats.org/officeDocument/2006/relationships/image" Target="../media/image18.svg"/><Relationship Id="rId10" Type="http://schemas.openxmlformats.org/officeDocument/2006/relationships/image" Target="../media/image11.png"/><Relationship Id="rId19" Type="http://schemas.openxmlformats.org/officeDocument/2006/relationships/image" Target="../media/image2.sv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8000">
              <a:srgbClr val="1F493D">
                <a:lumMod val="100000"/>
              </a:srgbClr>
            </a:gs>
            <a:gs pos="15000">
              <a:srgbClr val="1F493D">
                <a:alpha val="72000"/>
                <a:lumMod val="65000"/>
              </a:srgbClr>
            </a:gs>
            <a:gs pos="0">
              <a:schemeClr val="bg1">
                <a:lumMod val="65000"/>
                <a:alpha val="93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444B14B-A2D2-4738-B12C-B67C10A3009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F49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005477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DBEC7C8-858D-4662-8FF4-0F8680652E5B}"/>
              </a:ext>
            </a:extLst>
          </p:cNvPr>
          <p:cNvSpPr/>
          <p:nvPr/>
        </p:nvSpPr>
        <p:spPr>
          <a:xfrm>
            <a:off x="8974311" y="2716150"/>
            <a:ext cx="1057722" cy="1254547"/>
          </a:xfrm>
          <a:custGeom>
            <a:avLst/>
            <a:gdLst/>
            <a:ahLst/>
            <a:cxnLst/>
            <a:rect l="l" t="t" r="r" b="b"/>
            <a:pathLst>
              <a:path w="1057722" h="1254547">
                <a:moveTo>
                  <a:pt x="0" y="0"/>
                </a:moveTo>
                <a:lnTo>
                  <a:pt x="1038895" y="0"/>
                </a:lnTo>
                <a:lnTo>
                  <a:pt x="1038895" y="267854"/>
                </a:lnTo>
                <a:lnTo>
                  <a:pt x="388516" y="267854"/>
                </a:lnTo>
                <a:lnTo>
                  <a:pt x="388516" y="467246"/>
                </a:lnTo>
                <a:lnTo>
                  <a:pt x="991828" y="467246"/>
                </a:lnTo>
                <a:lnTo>
                  <a:pt x="991828" y="723119"/>
                </a:lnTo>
                <a:lnTo>
                  <a:pt x="388516" y="723119"/>
                </a:lnTo>
                <a:lnTo>
                  <a:pt x="388516" y="970434"/>
                </a:lnTo>
                <a:lnTo>
                  <a:pt x="1057722" y="970434"/>
                </a:lnTo>
                <a:lnTo>
                  <a:pt x="1057722" y="1254547"/>
                </a:lnTo>
                <a:lnTo>
                  <a:pt x="0" y="1254547"/>
                </a:lnTo>
                <a:lnTo>
                  <a:pt x="0" y="0"/>
                </a:lnTo>
                <a:close/>
              </a:path>
            </a:pathLst>
          </a:custGeom>
          <a:solidFill>
            <a:srgbClr val="E1D7C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41ACDCE-99B9-4F37-BE5D-D0518DB1D9F4}"/>
              </a:ext>
            </a:extLst>
          </p:cNvPr>
          <p:cNvSpPr/>
          <p:nvPr/>
        </p:nvSpPr>
        <p:spPr>
          <a:xfrm>
            <a:off x="7702648" y="2716150"/>
            <a:ext cx="1411151" cy="1254547"/>
          </a:xfrm>
          <a:custGeom>
            <a:avLst/>
            <a:gdLst/>
            <a:ahLst/>
            <a:cxnLst/>
            <a:rect l="l" t="t" r="r" b="b"/>
            <a:pathLst>
              <a:path w="1411151" h="1254547">
                <a:moveTo>
                  <a:pt x="0" y="0"/>
                </a:moveTo>
                <a:lnTo>
                  <a:pt x="509820" y="0"/>
                </a:lnTo>
                <a:lnTo>
                  <a:pt x="706432" y="763340"/>
                </a:lnTo>
                <a:lnTo>
                  <a:pt x="901639" y="0"/>
                </a:lnTo>
                <a:lnTo>
                  <a:pt x="1411151" y="0"/>
                </a:lnTo>
                <a:lnTo>
                  <a:pt x="1411151" y="1254547"/>
                </a:lnTo>
                <a:lnTo>
                  <a:pt x="1093664" y="1254547"/>
                </a:lnTo>
                <a:lnTo>
                  <a:pt x="1093664" y="297806"/>
                </a:lnTo>
                <a:lnTo>
                  <a:pt x="849036" y="1254547"/>
                </a:lnTo>
                <a:lnTo>
                  <a:pt x="561660" y="1254547"/>
                </a:lnTo>
                <a:lnTo>
                  <a:pt x="317488" y="297806"/>
                </a:lnTo>
                <a:lnTo>
                  <a:pt x="317488" y="1254547"/>
                </a:lnTo>
                <a:lnTo>
                  <a:pt x="0" y="1254547"/>
                </a:lnTo>
                <a:lnTo>
                  <a:pt x="0" y="0"/>
                </a:lnTo>
                <a:close/>
              </a:path>
            </a:pathLst>
          </a:custGeom>
          <a:solidFill>
            <a:srgbClr val="E1D7C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F918671-6C3B-458E-8BC0-8652FAD0E4D9}"/>
              </a:ext>
            </a:extLst>
          </p:cNvPr>
          <p:cNvSpPr/>
          <p:nvPr/>
        </p:nvSpPr>
        <p:spPr>
          <a:xfrm>
            <a:off x="6512107" y="2694756"/>
            <a:ext cx="1299902" cy="1297335"/>
          </a:xfrm>
          <a:custGeom>
            <a:avLst/>
            <a:gdLst/>
            <a:ahLst/>
            <a:cxnLst/>
            <a:rect l="l" t="t" r="r" b="b"/>
            <a:pathLst>
              <a:path w="1299902" h="1297335">
                <a:moveTo>
                  <a:pt x="647811" y="0"/>
                </a:moveTo>
                <a:cubicBezTo>
                  <a:pt x="856617" y="0"/>
                  <a:pt x="1017501" y="56053"/>
                  <a:pt x="1130461" y="168158"/>
                </a:cubicBezTo>
                <a:cubicBezTo>
                  <a:pt x="1243422" y="280262"/>
                  <a:pt x="1299902" y="437295"/>
                  <a:pt x="1299902" y="639254"/>
                </a:cubicBezTo>
                <a:cubicBezTo>
                  <a:pt x="1299902" y="785875"/>
                  <a:pt x="1275227" y="906110"/>
                  <a:pt x="1225879" y="999958"/>
                </a:cubicBezTo>
                <a:cubicBezTo>
                  <a:pt x="1176529" y="1093807"/>
                  <a:pt x="1105216" y="1166832"/>
                  <a:pt x="1011938" y="1219033"/>
                </a:cubicBezTo>
                <a:cubicBezTo>
                  <a:pt x="918660" y="1271235"/>
                  <a:pt x="802419" y="1297335"/>
                  <a:pt x="663215" y="1297335"/>
                </a:cubicBezTo>
                <a:cubicBezTo>
                  <a:pt x="521729" y="1297335"/>
                  <a:pt x="404632" y="1274800"/>
                  <a:pt x="311925" y="1229730"/>
                </a:cubicBezTo>
                <a:cubicBezTo>
                  <a:pt x="219217" y="1184660"/>
                  <a:pt x="144053" y="1113346"/>
                  <a:pt x="86432" y="1015790"/>
                </a:cubicBezTo>
                <a:cubicBezTo>
                  <a:pt x="28810" y="918233"/>
                  <a:pt x="0" y="796144"/>
                  <a:pt x="0" y="649524"/>
                </a:cubicBezTo>
                <a:cubicBezTo>
                  <a:pt x="0" y="444711"/>
                  <a:pt x="57050" y="285254"/>
                  <a:pt x="171152" y="171153"/>
                </a:cubicBezTo>
                <a:cubicBezTo>
                  <a:pt x="285253" y="57051"/>
                  <a:pt x="444140" y="0"/>
                  <a:pt x="647811" y="0"/>
                </a:cubicBezTo>
                <a:close/>
                <a:moveTo>
                  <a:pt x="646956" y="293527"/>
                </a:moveTo>
                <a:cubicBezTo>
                  <a:pt x="568796" y="293527"/>
                  <a:pt x="506040" y="321196"/>
                  <a:pt x="458688" y="376536"/>
                </a:cubicBezTo>
                <a:cubicBezTo>
                  <a:pt x="411336" y="431875"/>
                  <a:pt x="387660" y="523441"/>
                  <a:pt x="387660" y="651235"/>
                </a:cubicBezTo>
                <a:cubicBezTo>
                  <a:pt x="387660" y="777888"/>
                  <a:pt x="411193" y="868884"/>
                  <a:pt x="458260" y="924223"/>
                </a:cubicBezTo>
                <a:cubicBezTo>
                  <a:pt x="505327" y="979562"/>
                  <a:pt x="569366" y="1007232"/>
                  <a:pt x="650379" y="1007232"/>
                </a:cubicBezTo>
                <a:cubicBezTo>
                  <a:pt x="733673" y="1007232"/>
                  <a:pt x="798140" y="980133"/>
                  <a:pt x="843781" y="925935"/>
                </a:cubicBezTo>
                <a:cubicBezTo>
                  <a:pt x="889421" y="871736"/>
                  <a:pt x="912242" y="774465"/>
                  <a:pt x="912242" y="634120"/>
                </a:cubicBezTo>
                <a:cubicBezTo>
                  <a:pt x="912242" y="516025"/>
                  <a:pt x="888423" y="429735"/>
                  <a:pt x="840786" y="375252"/>
                </a:cubicBezTo>
                <a:cubicBezTo>
                  <a:pt x="793148" y="320769"/>
                  <a:pt x="728538" y="293527"/>
                  <a:pt x="646956" y="293527"/>
                </a:cubicBezTo>
                <a:close/>
              </a:path>
            </a:pathLst>
          </a:custGeom>
          <a:solidFill>
            <a:srgbClr val="E1D7C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DF80D20-B554-4235-A836-EA7E764AA716}"/>
              </a:ext>
            </a:extLst>
          </p:cNvPr>
          <p:cNvSpPr/>
          <p:nvPr/>
        </p:nvSpPr>
        <p:spPr>
          <a:xfrm>
            <a:off x="5595001" y="2694756"/>
            <a:ext cx="1220316" cy="1297335"/>
          </a:xfrm>
          <a:custGeom>
            <a:avLst/>
            <a:gdLst/>
            <a:ahLst/>
            <a:cxnLst/>
            <a:rect l="l" t="t" r="r" b="b"/>
            <a:pathLst>
              <a:path w="1220316" h="1297335">
                <a:moveTo>
                  <a:pt x="634119" y="0"/>
                </a:moveTo>
                <a:cubicBezTo>
                  <a:pt x="792150" y="0"/>
                  <a:pt x="916378" y="31949"/>
                  <a:pt x="1006804" y="95846"/>
                </a:cubicBezTo>
                <a:cubicBezTo>
                  <a:pt x="1097229" y="159743"/>
                  <a:pt x="1164406" y="257870"/>
                  <a:pt x="1208335" y="390228"/>
                </a:cubicBezTo>
                <a:lnTo>
                  <a:pt x="866031" y="466391"/>
                </a:lnTo>
                <a:cubicBezTo>
                  <a:pt x="854050" y="428167"/>
                  <a:pt x="841499" y="400212"/>
                  <a:pt x="828377" y="382526"/>
                </a:cubicBezTo>
                <a:cubicBezTo>
                  <a:pt x="806698" y="352860"/>
                  <a:pt x="780169" y="330039"/>
                  <a:pt x="748791" y="314065"/>
                </a:cubicBezTo>
                <a:cubicBezTo>
                  <a:pt x="717414" y="298091"/>
                  <a:pt x="682327" y="290104"/>
                  <a:pt x="643533" y="290104"/>
                </a:cubicBezTo>
                <a:cubicBezTo>
                  <a:pt x="555675" y="290104"/>
                  <a:pt x="488355" y="325435"/>
                  <a:pt x="441573" y="396098"/>
                </a:cubicBezTo>
                <a:cubicBezTo>
                  <a:pt x="406202" y="448522"/>
                  <a:pt x="388516" y="530858"/>
                  <a:pt x="388516" y="643105"/>
                </a:cubicBezTo>
                <a:cubicBezTo>
                  <a:pt x="388516" y="782149"/>
                  <a:pt x="409625" y="877455"/>
                  <a:pt x="451842" y="929023"/>
                </a:cubicBezTo>
                <a:cubicBezTo>
                  <a:pt x="494060" y="980592"/>
                  <a:pt x="553393" y="1006376"/>
                  <a:pt x="629841" y="1006376"/>
                </a:cubicBezTo>
                <a:cubicBezTo>
                  <a:pt x="704006" y="1006376"/>
                  <a:pt x="760059" y="985553"/>
                  <a:pt x="797998" y="943906"/>
                </a:cubicBezTo>
                <a:cubicBezTo>
                  <a:pt x="835937" y="902259"/>
                  <a:pt x="863463" y="841785"/>
                  <a:pt x="880579" y="762484"/>
                </a:cubicBezTo>
                <a:lnTo>
                  <a:pt x="1220316" y="865176"/>
                </a:lnTo>
                <a:cubicBezTo>
                  <a:pt x="1197496" y="960450"/>
                  <a:pt x="1161554" y="1040036"/>
                  <a:pt x="1112490" y="1103933"/>
                </a:cubicBezTo>
                <a:cubicBezTo>
                  <a:pt x="1063426" y="1167830"/>
                  <a:pt x="1002525" y="1216038"/>
                  <a:pt x="929785" y="1248557"/>
                </a:cubicBezTo>
                <a:cubicBezTo>
                  <a:pt x="857045" y="1281076"/>
                  <a:pt x="764481" y="1297335"/>
                  <a:pt x="652090" y="1297335"/>
                </a:cubicBezTo>
                <a:cubicBezTo>
                  <a:pt x="515739" y="1297335"/>
                  <a:pt x="404348" y="1277523"/>
                  <a:pt x="317916" y="1237900"/>
                </a:cubicBezTo>
                <a:cubicBezTo>
                  <a:pt x="231484" y="1198276"/>
                  <a:pt x="156890" y="1128579"/>
                  <a:pt x="94134" y="1028807"/>
                </a:cubicBezTo>
                <a:cubicBezTo>
                  <a:pt x="31378" y="929035"/>
                  <a:pt x="0" y="801323"/>
                  <a:pt x="0" y="645673"/>
                </a:cubicBezTo>
                <a:cubicBezTo>
                  <a:pt x="0" y="438150"/>
                  <a:pt x="55197" y="278658"/>
                  <a:pt x="165590" y="167195"/>
                </a:cubicBezTo>
                <a:cubicBezTo>
                  <a:pt x="275983" y="55732"/>
                  <a:pt x="432160" y="0"/>
                  <a:pt x="634119" y="0"/>
                </a:cubicBezTo>
                <a:close/>
              </a:path>
            </a:pathLst>
          </a:custGeom>
          <a:solidFill>
            <a:srgbClr val="E1D7C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54C0E26-108D-4134-B8DF-3D69B070F369}"/>
              </a:ext>
            </a:extLst>
          </p:cNvPr>
          <p:cNvSpPr/>
          <p:nvPr/>
        </p:nvSpPr>
        <p:spPr>
          <a:xfrm>
            <a:off x="4878669" y="2716150"/>
            <a:ext cx="992684" cy="1254547"/>
          </a:xfrm>
          <a:custGeom>
            <a:avLst/>
            <a:gdLst/>
            <a:ahLst/>
            <a:cxnLst/>
            <a:rect l="l" t="t" r="r" b="b"/>
            <a:pathLst>
              <a:path w="992684" h="1254547">
                <a:moveTo>
                  <a:pt x="0" y="0"/>
                </a:moveTo>
                <a:lnTo>
                  <a:pt x="387660" y="0"/>
                </a:lnTo>
                <a:lnTo>
                  <a:pt x="387660" y="945617"/>
                </a:lnTo>
                <a:lnTo>
                  <a:pt x="992684" y="945617"/>
                </a:lnTo>
                <a:lnTo>
                  <a:pt x="992684" y="1254547"/>
                </a:lnTo>
                <a:lnTo>
                  <a:pt x="0" y="1254547"/>
                </a:lnTo>
                <a:lnTo>
                  <a:pt x="0" y="0"/>
                </a:lnTo>
                <a:close/>
              </a:path>
            </a:pathLst>
          </a:custGeom>
          <a:solidFill>
            <a:srgbClr val="E1D7C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F33098B-EDB6-4F6A-80FF-872135DEF296}"/>
              </a:ext>
            </a:extLst>
          </p:cNvPr>
          <p:cNvSpPr/>
          <p:nvPr/>
        </p:nvSpPr>
        <p:spPr>
          <a:xfrm>
            <a:off x="3858173" y="2716150"/>
            <a:ext cx="1057721" cy="1254547"/>
          </a:xfrm>
          <a:custGeom>
            <a:avLst/>
            <a:gdLst/>
            <a:ahLst/>
            <a:cxnLst/>
            <a:rect l="l" t="t" r="r" b="b"/>
            <a:pathLst>
              <a:path w="1057721" h="1254547">
                <a:moveTo>
                  <a:pt x="0" y="0"/>
                </a:moveTo>
                <a:lnTo>
                  <a:pt x="1038894" y="0"/>
                </a:lnTo>
                <a:lnTo>
                  <a:pt x="1038894" y="267854"/>
                </a:lnTo>
                <a:lnTo>
                  <a:pt x="388516" y="267854"/>
                </a:lnTo>
                <a:lnTo>
                  <a:pt x="388516" y="467246"/>
                </a:lnTo>
                <a:lnTo>
                  <a:pt x="991828" y="467246"/>
                </a:lnTo>
                <a:lnTo>
                  <a:pt x="991828" y="723119"/>
                </a:lnTo>
                <a:lnTo>
                  <a:pt x="388516" y="723119"/>
                </a:lnTo>
                <a:lnTo>
                  <a:pt x="388516" y="970434"/>
                </a:lnTo>
                <a:lnTo>
                  <a:pt x="1057721" y="970434"/>
                </a:lnTo>
                <a:lnTo>
                  <a:pt x="1057721" y="1254547"/>
                </a:lnTo>
                <a:lnTo>
                  <a:pt x="0" y="1254547"/>
                </a:lnTo>
                <a:lnTo>
                  <a:pt x="0" y="0"/>
                </a:lnTo>
                <a:close/>
              </a:path>
            </a:pathLst>
          </a:custGeom>
          <a:solidFill>
            <a:srgbClr val="E1D7C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4E486CD-57F2-4F85-AAB5-BA516F1ED8F9}"/>
              </a:ext>
            </a:extLst>
          </p:cNvPr>
          <p:cNvSpPr/>
          <p:nvPr/>
        </p:nvSpPr>
        <p:spPr>
          <a:xfrm>
            <a:off x="2240000" y="2716150"/>
            <a:ext cx="1755168" cy="1254547"/>
          </a:xfrm>
          <a:custGeom>
            <a:avLst/>
            <a:gdLst/>
            <a:ahLst/>
            <a:cxnLst/>
            <a:rect l="l" t="t" r="r" b="b"/>
            <a:pathLst>
              <a:path w="1755168" h="1254547">
                <a:moveTo>
                  <a:pt x="0" y="0"/>
                </a:moveTo>
                <a:lnTo>
                  <a:pt x="368205" y="0"/>
                </a:lnTo>
                <a:lnTo>
                  <a:pt x="500768" y="702327"/>
                </a:lnTo>
                <a:lnTo>
                  <a:pt x="694785" y="0"/>
                </a:lnTo>
                <a:lnTo>
                  <a:pt x="1061667" y="0"/>
                </a:lnTo>
                <a:lnTo>
                  <a:pt x="1256165" y="701391"/>
                </a:lnTo>
                <a:lnTo>
                  <a:pt x="1388875" y="0"/>
                </a:lnTo>
                <a:lnTo>
                  <a:pt x="1755168" y="0"/>
                </a:lnTo>
                <a:lnTo>
                  <a:pt x="1478623" y="1254547"/>
                </a:lnTo>
                <a:lnTo>
                  <a:pt x="1098478" y="1254547"/>
                </a:lnTo>
                <a:lnTo>
                  <a:pt x="878440" y="464679"/>
                </a:lnTo>
                <a:lnTo>
                  <a:pt x="659258" y="1254547"/>
                </a:lnTo>
                <a:lnTo>
                  <a:pt x="279112" y="1254547"/>
                </a:lnTo>
                <a:lnTo>
                  <a:pt x="0" y="0"/>
                </a:lnTo>
                <a:close/>
              </a:path>
            </a:pathLst>
          </a:custGeom>
          <a:solidFill>
            <a:srgbClr val="E1D7C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0119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2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3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7" grpId="0" animBg="1"/>
      <p:bldP spid="18" grpId="0" animBg="1"/>
      <p:bldP spid="14" grpId="0" animBg="1"/>
      <p:bldP spid="15" grpId="0" animBg="1"/>
      <p:bldP spid="1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DBEC7C8-858D-4662-8FF4-0F8680652E5B}"/>
              </a:ext>
            </a:extLst>
          </p:cNvPr>
          <p:cNvSpPr/>
          <p:nvPr/>
        </p:nvSpPr>
        <p:spPr>
          <a:xfrm>
            <a:off x="8974311" y="2716150"/>
            <a:ext cx="1057722" cy="1254547"/>
          </a:xfrm>
          <a:custGeom>
            <a:avLst/>
            <a:gdLst/>
            <a:ahLst/>
            <a:cxnLst/>
            <a:rect l="l" t="t" r="r" b="b"/>
            <a:pathLst>
              <a:path w="1057722" h="1254547">
                <a:moveTo>
                  <a:pt x="0" y="0"/>
                </a:moveTo>
                <a:lnTo>
                  <a:pt x="1038895" y="0"/>
                </a:lnTo>
                <a:lnTo>
                  <a:pt x="1038895" y="267854"/>
                </a:lnTo>
                <a:lnTo>
                  <a:pt x="388516" y="267854"/>
                </a:lnTo>
                <a:lnTo>
                  <a:pt x="388516" y="467246"/>
                </a:lnTo>
                <a:lnTo>
                  <a:pt x="991828" y="467246"/>
                </a:lnTo>
                <a:lnTo>
                  <a:pt x="991828" y="723119"/>
                </a:lnTo>
                <a:lnTo>
                  <a:pt x="388516" y="723119"/>
                </a:lnTo>
                <a:lnTo>
                  <a:pt x="388516" y="970434"/>
                </a:lnTo>
                <a:lnTo>
                  <a:pt x="1057722" y="970434"/>
                </a:lnTo>
                <a:lnTo>
                  <a:pt x="1057722" y="1254547"/>
                </a:lnTo>
                <a:lnTo>
                  <a:pt x="0" y="1254547"/>
                </a:lnTo>
                <a:lnTo>
                  <a:pt x="0" y="0"/>
                </a:lnTo>
                <a:close/>
              </a:path>
            </a:pathLst>
          </a:custGeom>
          <a:solidFill>
            <a:srgbClr val="E1D7C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E41ACDCE-99B9-4F37-BE5D-D0518DB1D9F4}"/>
              </a:ext>
            </a:extLst>
          </p:cNvPr>
          <p:cNvSpPr/>
          <p:nvPr/>
        </p:nvSpPr>
        <p:spPr>
          <a:xfrm>
            <a:off x="7702648" y="2716150"/>
            <a:ext cx="1411151" cy="1254547"/>
          </a:xfrm>
          <a:custGeom>
            <a:avLst/>
            <a:gdLst/>
            <a:ahLst/>
            <a:cxnLst/>
            <a:rect l="l" t="t" r="r" b="b"/>
            <a:pathLst>
              <a:path w="1411151" h="1254547">
                <a:moveTo>
                  <a:pt x="0" y="0"/>
                </a:moveTo>
                <a:lnTo>
                  <a:pt x="509820" y="0"/>
                </a:lnTo>
                <a:lnTo>
                  <a:pt x="706432" y="763340"/>
                </a:lnTo>
                <a:lnTo>
                  <a:pt x="901639" y="0"/>
                </a:lnTo>
                <a:lnTo>
                  <a:pt x="1411151" y="0"/>
                </a:lnTo>
                <a:lnTo>
                  <a:pt x="1411151" y="1254547"/>
                </a:lnTo>
                <a:lnTo>
                  <a:pt x="1093664" y="1254547"/>
                </a:lnTo>
                <a:lnTo>
                  <a:pt x="1093664" y="297806"/>
                </a:lnTo>
                <a:lnTo>
                  <a:pt x="849036" y="1254547"/>
                </a:lnTo>
                <a:lnTo>
                  <a:pt x="561660" y="1254547"/>
                </a:lnTo>
                <a:lnTo>
                  <a:pt x="317488" y="297806"/>
                </a:lnTo>
                <a:lnTo>
                  <a:pt x="317488" y="1254547"/>
                </a:lnTo>
                <a:lnTo>
                  <a:pt x="0" y="1254547"/>
                </a:lnTo>
                <a:lnTo>
                  <a:pt x="0" y="0"/>
                </a:lnTo>
                <a:close/>
              </a:path>
            </a:pathLst>
          </a:custGeom>
          <a:solidFill>
            <a:srgbClr val="E1D7C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F918671-6C3B-458E-8BC0-8652FAD0E4D9}"/>
              </a:ext>
            </a:extLst>
          </p:cNvPr>
          <p:cNvSpPr/>
          <p:nvPr/>
        </p:nvSpPr>
        <p:spPr>
          <a:xfrm>
            <a:off x="6512107" y="2694756"/>
            <a:ext cx="1299902" cy="1297335"/>
          </a:xfrm>
          <a:custGeom>
            <a:avLst/>
            <a:gdLst/>
            <a:ahLst/>
            <a:cxnLst/>
            <a:rect l="l" t="t" r="r" b="b"/>
            <a:pathLst>
              <a:path w="1299902" h="1297335">
                <a:moveTo>
                  <a:pt x="647811" y="0"/>
                </a:moveTo>
                <a:cubicBezTo>
                  <a:pt x="856617" y="0"/>
                  <a:pt x="1017501" y="56053"/>
                  <a:pt x="1130461" y="168158"/>
                </a:cubicBezTo>
                <a:cubicBezTo>
                  <a:pt x="1243422" y="280262"/>
                  <a:pt x="1299902" y="437295"/>
                  <a:pt x="1299902" y="639254"/>
                </a:cubicBezTo>
                <a:cubicBezTo>
                  <a:pt x="1299902" y="785875"/>
                  <a:pt x="1275227" y="906110"/>
                  <a:pt x="1225879" y="999958"/>
                </a:cubicBezTo>
                <a:cubicBezTo>
                  <a:pt x="1176529" y="1093807"/>
                  <a:pt x="1105216" y="1166832"/>
                  <a:pt x="1011938" y="1219033"/>
                </a:cubicBezTo>
                <a:cubicBezTo>
                  <a:pt x="918660" y="1271235"/>
                  <a:pt x="802419" y="1297335"/>
                  <a:pt x="663215" y="1297335"/>
                </a:cubicBezTo>
                <a:cubicBezTo>
                  <a:pt x="521729" y="1297335"/>
                  <a:pt x="404632" y="1274800"/>
                  <a:pt x="311925" y="1229730"/>
                </a:cubicBezTo>
                <a:cubicBezTo>
                  <a:pt x="219217" y="1184660"/>
                  <a:pt x="144053" y="1113346"/>
                  <a:pt x="86432" y="1015790"/>
                </a:cubicBezTo>
                <a:cubicBezTo>
                  <a:pt x="28810" y="918233"/>
                  <a:pt x="0" y="796144"/>
                  <a:pt x="0" y="649524"/>
                </a:cubicBezTo>
                <a:cubicBezTo>
                  <a:pt x="0" y="444711"/>
                  <a:pt x="57050" y="285254"/>
                  <a:pt x="171152" y="171153"/>
                </a:cubicBezTo>
                <a:cubicBezTo>
                  <a:pt x="285253" y="57051"/>
                  <a:pt x="444140" y="0"/>
                  <a:pt x="647811" y="0"/>
                </a:cubicBezTo>
                <a:close/>
                <a:moveTo>
                  <a:pt x="646956" y="293527"/>
                </a:moveTo>
                <a:cubicBezTo>
                  <a:pt x="568796" y="293527"/>
                  <a:pt x="506040" y="321196"/>
                  <a:pt x="458688" y="376536"/>
                </a:cubicBezTo>
                <a:cubicBezTo>
                  <a:pt x="411336" y="431875"/>
                  <a:pt x="387660" y="523441"/>
                  <a:pt x="387660" y="651235"/>
                </a:cubicBezTo>
                <a:cubicBezTo>
                  <a:pt x="387660" y="777888"/>
                  <a:pt x="411193" y="868884"/>
                  <a:pt x="458260" y="924223"/>
                </a:cubicBezTo>
                <a:cubicBezTo>
                  <a:pt x="505327" y="979562"/>
                  <a:pt x="569366" y="1007232"/>
                  <a:pt x="650379" y="1007232"/>
                </a:cubicBezTo>
                <a:cubicBezTo>
                  <a:pt x="733673" y="1007232"/>
                  <a:pt x="798140" y="980133"/>
                  <a:pt x="843781" y="925935"/>
                </a:cubicBezTo>
                <a:cubicBezTo>
                  <a:pt x="889421" y="871736"/>
                  <a:pt x="912242" y="774465"/>
                  <a:pt x="912242" y="634120"/>
                </a:cubicBezTo>
                <a:cubicBezTo>
                  <a:pt x="912242" y="516025"/>
                  <a:pt x="888423" y="429735"/>
                  <a:pt x="840786" y="375252"/>
                </a:cubicBezTo>
                <a:cubicBezTo>
                  <a:pt x="793148" y="320769"/>
                  <a:pt x="728538" y="293527"/>
                  <a:pt x="646956" y="293527"/>
                </a:cubicBezTo>
                <a:close/>
              </a:path>
            </a:pathLst>
          </a:custGeom>
          <a:solidFill>
            <a:srgbClr val="E1D7C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DF80D20-B554-4235-A836-EA7E764AA716}"/>
              </a:ext>
            </a:extLst>
          </p:cNvPr>
          <p:cNvSpPr/>
          <p:nvPr/>
        </p:nvSpPr>
        <p:spPr>
          <a:xfrm>
            <a:off x="5595001" y="2694756"/>
            <a:ext cx="1220316" cy="1297335"/>
          </a:xfrm>
          <a:custGeom>
            <a:avLst/>
            <a:gdLst/>
            <a:ahLst/>
            <a:cxnLst/>
            <a:rect l="l" t="t" r="r" b="b"/>
            <a:pathLst>
              <a:path w="1220316" h="1297335">
                <a:moveTo>
                  <a:pt x="634119" y="0"/>
                </a:moveTo>
                <a:cubicBezTo>
                  <a:pt x="792150" y="0"/>
                  <a:pt x="916378" y="31949"/>
                  <a:pt x="1006804" y="95846"/>
                </a:cubicBezTo>
                <a:cubicBezTo>
                  <a:pt x="1097229" y="159743"/>
                  <a:pt x="1164406" y="257870"/>
                  <a:pt x="1208335" y="390228"/>
                </a:cubicBezTo>
                <a:lnTo>
                  <a:pt x="866031" y="466391"/>
                </a:lnTo>
                <a:cubicBezTo>
                  <a:pt x="854050" y="428167"/>
                  <a:pt x="841499" y="400212"/>
                  <a:pt x="828377" y="382526"/>
                </a:cubicBezTo>
                <a:cubicBezTo>
                  <a:pt x="806698" y="352860"/>
                  <a:pt x="780169" y="330039"/>
                  <a:pt x="748791" y="314065"/>
                </a:cubicBezTo>
                <a:cubicBezTo>
                  <a:pt x="717414" y="298091"/>
                  <a:pt x="682327" y="290104"/>
                  <a:pt x="643533" y="290104"/>
                </a:cubicBezTo>
                <a:cubicBezTo>
                  <a:pt x="555675" y="290104"/>
                  <a:pt x="488355" y="325435"/>
                  <a:pt x="441573" y="396098"/>
                </a:cubicBezTo>
                <a:cubicBezTo>
                  <a:pt x="406202" y="448522"/>
                  <a:pt x="388516" y="530858"/>
                  <a:pt x="388516" y="643105"/>
                </a:cubicBezTo>
                <a:cubicBezTo>
                  <a:pt x="388516" y="782149"/>
                  <a:pt x="409625" y="877455"/>
                  <a:pt x="451842" y="929023"/>
                </a:cubicBezTo>
                <a:cubicBezTo>
                  <a:pt x="494060" y="980592"/>
                  <a:pt x="553393" y="1006376"/>
                  <a:pt x="629841" y="1006376"/>
                </a:cubicBezTo>
                <a:cubicBezTo>
                  <a:pt x="704006" y="1006376"/>
                  <a:pt x="760059" y="985553"/>
                  <a:pt x="797998" y="943906"/>
                </a:cubicBezTo>
                <a:cubicBezTo>
                  <a:pt x="835937" y="902259"/>
                  <a:pt x="863463" y="841785"/>
                  <a:pt x="880579" y="762484"/>
                </a:cubicBezTo>
                <a:lnTo>
                  <a:pt x="1220316" y="865176"/>
                </a:lnTo>
                <a:cubicBezTo>
                  <a:pt x="1197496" y="960450"/>
                  <a:pt x="1161554" y="1040036"/>
                  <a:pt x="1112490" y="1103933"/>
                </a:cubicBezTo>
                <a:cubicBezTo>
                  <a:pt x="1063426" y="1167830"/>
                  <a:pt x="1002525" y="1216038"/>
                  <a:pt x="929785" y="1248557"/>
                </a:cubicBezTo>
                <a:cubicBezTo>
                  <a:pt x="857045" y="1281076"/>
                  <a:pt x="764481" y="1297335"/>
                  <a:pt x="652090" y="1297335"/>
                </a:cubicBezTo>
                <a:cubicBezTo>
                  <a:pt x="515739" y="1297335"/>
                  <a:pt x="404348" y="1277523"/>
                  <a:pt x="317916" y="1237900"/>
                </a:cubicBezTo>
                <a:cubicBezTo>
                  <a:pt x="231484" y="1198276"/>
                  <a:pt x="156890" y="1128579"/>
                  <a:pt x="94134" y="1028807"/>
                </a:cubicBezTo>
                <a:cubicBezTo>
                  <a:pt x="31378" y="929035"/>
                  <a:pt x="0" y="801323"/>
                  <a:pt x="0" y="645673"/>
                </a:cubicBezTo>
                <a:cubicBezTo>
                  <a:pt x="0" y="438150"/>
                  <a:pt x="55197" y="278658"/>
                  <a:pt x="165590" y="167195"/>
                </a:cubicBezTo>
                <a:cubicBezTo>
                  <a:pt x="275983" y="55732"/>
                  <a:pt x="432160" y="0"/>
                  <a:pt x="634119" y="0"/>
                </a:cubicBezTo>
                <a:close/>
              </a:path>
            </a:pathLst>
          </a:custGeom>
          <a:solidFill>
            <a:srgbClr val="E1D7C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654C0E26-108D-4134-B8DF-3D69B070F369}"/>
              </a:ext>
            </a:extLst>
          </p:cNvPr>
          <p:cNvSpPr/>
          <p:nvPr/>
        </p:nvSpPr>
        <p:spPr>
          <a:xfrm>
            <a:off x="4878669" y="2716150"/>
            <a:ext cx="992684" cy="1254547"/>
          </a:xfrm>
          <a:custGeom>
            <a:avLst/>
            <a:gdLst/>
            <a:ahLst/>
            <a:cxnLst/>
            <a:rect l="l" t="t" r="r" b="b"/>
            <a:pathLst>
              <a:path w="992684" h="1254547">
                <a:moveTo>
                  <a:pt x="0" y="0"/>
                </a:moveTo>
                <a:lnTo>
                  <a:pt x="387660" y="0"/>
                </a:lnTo>
                <a:lnTo>
                  <a:pt x="387660" y="945617"/>
                </a:lnTo>
                <a:lnTo>
                  <a:pt x="992684" y="945617"/>
                </a:lnTo>
                <a:lnTo>
                  <a:pt x="992684" y="1254547"/>
                </a:lnTo>
                <a:lnTo>
                  <a:pt x="0" y="1254547"/>
                </a:lnTo>
                <a:lnTo>
                  <a:pt x="0" y="0"/>
                </a:lnTo>
                <a:close/>
              </a:path>
            </a:pathLst>
          </a:custGeom>
          <a:solidFill>
            <a:srgbClr val="E1D7C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F33098B-EDB6-4F6A-80FF-872135DEF296}"/>
              </a:ext>
            </a:extLst>
          </p:cNvPr>
          <p:cNvSpPr/>
          <p:nvPr/>
        </p:nvSpPr>
        <p:spPr>
          <a:xfrm>
            <a:off x="3858173" y="2716150"/>
            <a:ext cx="1057721" cy="1254547"/>
          </a:xfrm>
          <a:custGeom>
            <a:avLst/>
            <a:gdLst/>
            <a:ahLst/>
            <a:cxnLst/>
            <a:rect l="l" t="t" r="r" b="b"/>
            <a:pathLst>
              <a:path w="1057721" h="1254547">
                <a:moveTo>
                  <a:pt x="0" y="0"/>
                </a:moveTo>
                <a:lnTo>
                  <a:pt x="1038894" y="0"/>
                </a:lnTo>
                <a:lnTo>
                  <a:pt x="1038894" y="267854"/>
                </a:lnTo>
                <a:lnTo>
                  <a:pt x="388516" y="267854"/>
                </a:lnTo>
                <a:lnTo>
                  <a:pt x="388516" y="467246"/>
                </a:lnTo>
                <a:lnTo>
                  <a:pt x="991828" y="467246"/>
                </a:lnTo>
                <a:lnTo>
                  <a:pt x="991828" y="723119"/>
                </a:lnTo>
                <a:lnTo>
                  <a:pt x="388516" y="723119"/>
                </a:lnTo>
                <a:lnTo>
                  <a:pt x="388516" y="970434"/>
                </a:lnTo>
                <a:lnTo>
                  <a:pt x="1057721" y="970434"/>
                </a:lnTo>
                <a:lnTo>
                  <a:pt x="1057721" y="1254547"/>
                </a:lnTo>
                <a:lnTo>
                  <a:pt x="0" y="1254547"/>
                </a:lnTo>
                <a:lnTo>
                  <a:pt x="0" y="0"/>
                </a:lnTo>
                <a:close/>
              </a:path>
            </a:pathLst>
          </a:custGeom>
          <a:solidFill>
            <a:srgbClr val="E1D7C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4E486CD-57F2-4F85-AAB5-BA516F1ED8F9}"/>
              </a:ext>
            </a:extLst>
          </p:cNvPr>
          <p:cNvSpPr/>
          <p:nvPr/>
        </p:nvSpPr>
        <p:spPr>
          <a:xfrm>
            <a:off x="2240000" y="2716150"/>
            <a:ext cx="1755168" cy="1254547"/>
          </a:xfrm>
          <a:custGeom>
            <a:avLst/>
            <a:gdLst/>
            <a:ahLst/>
            <a:cxnLst/>
            <a:rect l="l" t="t" r="r" b="b"/>
            <a:pathLst>
              <a:path w="1755168" h="1254547">
                <a:moveTo>
                  <a:pt x="0" y="0"/>
                </a:moveTo>
                <a:lnTo>
                  <a:pt x="368205" y="0"/>
                </a:lnTo>
                <a:lnTo>
                  <a:pt x="500768" y="702327"/>
                </a:lnTo>
                <a:lnTo>
                  <a:pt x="694785" y="0"/>
                </a:lnTo>
                <a:lnTo>
                  <a:pt x="1061667" y="0"/>
                </a:lnTo>
                <a:lnTo>
                  <a:pt x="1256165" y="701391"/>
                </a:lnTo>
                <a:lnTo>
                  <a:pt x="1388875" y="0"/>
                </a:lnTo>
                <a:lnTo>
                  <a:pt x="1755168" y="0"/>
                </a:lnTo>
                <a:lnTo>
                  <a:pt x="1478623" y="1254547"/>
                </a:lnTo>
                <a:lnTo>
                  <a:pt x="1098478" y="1254547"/>
                </a:lnTo>
                <a:lnTo>
                  <a:pt x="878440" y="464679"/>
                </a:lnTo>
                <a:lnTo>
                  <a:pt x="659258" y="1254547"/>
                </a:lnTo>
                <a:lnTo>
                  <a:pt x="279112" y="1254547"/>
                </a:lnTo>
                <a:lnTo>
                  <a:pt x="0" y="0"/>
                </a:lnTo>
                <a:close/>
              </a:path>
            </a:pathLst>
          </a:custGeom>
          <a:solidFill>
            <a:srgbClr val="E1D7C5"/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B29925B-5749-476C-A64F-F2F7DD670270}"/>
              </a:ext>
            </a:extLst>
          </p:cNvPr>
          <p:cNvGrpSpPr/>
          <p:nvPr/>
        </p:nvGrpSpPr>
        <p:grpSpPr>
          <a:xfrm>
            <a:off x="0" y="-1658"/>
            <a:ext cx="18246376" cy="6859658"/>
            <a:chOff x="-18451165" y="-595242"/>
            <a:chExt cx="18092999" cy="6859658"/>
          </a:xfrm>
        </p:grpSpPr>
        <p:pic>
          <p:nvPicPr>
            <p:cNvPr id="10" name="Graphic 9" descr="Airplane with solid fill">
              <a:extLst>
                <a:ext uri="{FF2B5EF4-FFF2-40B4-BE49-F238E27FC236}">
                  <a16:creationId xmlns:a16="http://schemas.microsoft.com/office/drawing/2014/main" id="{2B2DFEFD-5A8E-4CE0-BB1E-804C23997C4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3536485" y="1245427"/>
              <a:ext cx="3178319" cy="3178319"/>
            </a:xfrm>
            <a:prstGeom prst="rect">
              <a:avLst/>
            </a:prstGeom>
          </p:spPr>
        </p:pic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F4C003E-B096-450C-97F9-9BC2A0BF7CE9}"/>
                </a:ext>
              </a:extLst>
            </p:cNvPr>
            <p:cNvSpPr/>
            <p:nvPr/>
          </p:nvSpPr>
          <p:spPr>
            <a:xfrm>
              <a:off x="-18451165" y="-595242"/>
              <a:ext cx="14813803" cy="6859658"/>
            </a:xfrm>
            <a:custGeom>
              <a:avLst/>
              <a:gdLst>
                <a:gd name="connsiteX0" fmla="*/ 12172188 w 14813803"/>
                <a:gd name="connsiteY0" fmla="*/ 0 h 6859658"/>
                <a:gd name="connsiteX1" fmla="*/ 12173467 w 14813803"/>
                <a:gd name="connsiteY1" fmla="*/ 1658 h 6859658"/>
                <a:gd name="connsiteX2" fmla="*/ 12192000 w 14813803"/>
                <a:gd name="connsiteY2" fmla="*/ 1658 h 6859658"/>
                <a:gd name="connsiteX3" fmla="*/ 12192000 w 14813803"/>
                <a:gd name="connsiteY3" fmla="*/ 25676 h 6859658"/>
                <a:gd name="connsiteX4" fmla="*/ 14813803 w 14813803"/>
                <a:gd name="connsiteY4" fmla="*/ 3423479 h 6859658"/>
                <a:gd name="connsiteX5" fmla="*/ 12192000 w 14813803"/>
                <a:gd name="connsiteY5" fmla="*/ 6821282 h 6859658"/>
                <a:gd name="connsiteX6" fmla="*/ 12192000 w 14813803"/>
                <a:gd name="connsiteY6" fmla="*/ 6859658 h 6859658"/>
                <a:gd name="connsiteX7" fmla="*/ 0 w 14813803"/>
                <a:gd name="connsiteY7" fmla="*/ 6859658 h 6859658"/>
                <a:gd name="connsiteX8" fmla="*/ 0 w 14813803"/>
                <a:gd name="connsiteY8" fmla="*/ 1658 h 6859658"/>
                <a:gd name="connsiteX9" fmla="*/ 12172188 w 14813803"/>
                <a:gd name="connsiteY9" fmla="*/ 1658 h 6859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13803" h="6859658">
                  <a:moveTo>
                    <a:pt x="12172188" y="0"/>
                  </a:moveTo>
                  <a:lnTo>
                    <a:pt x="12173467" y="1658"/>
                  </a:lnTo>
                  <a:lnTo>
                    <a:pt x="12192000" y="1658"/>
                  </a:lnTo>
                  <a:lnTo>
                    <a:pt x="12192000" y="25676"/>
                  </a:lnTo>
                  <a:lnTo>
                    <a:pt x="14813803" y="3423479"/>
                  </a:lnTo>
                  <a:lnTo>
                    <a:pt x="12192000" y="6821282"/>
                  </a:lnTo>
                  <a:lnTo>
                    <a:pt x="12192000" y="6859658"/>
                  </a:lnTo>
                  <a:lnTo>
                    <a:pt x="0" y="6859658"/>
                  </a:lnTo>
                  <a:lnTo>
                    <a:pt x="0" y="1658"/>
                  </a:lnTo>
                  <a:lnTo>
                    <a:pt x="12172188" y="1658"/>
                  </a:lnTo>
                  <a:close/>
                </a:path>
              </a:pathLst>
            </a:custGeom>
            <a:solidFill>
              <a:srgbClr val="4141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</p:grpSp>
      <p:pic>
        <p:nvPicPr>
          <p:cNvPr id="38" name="Graphic 37" descr="Earth globe: Americas with solid fill">
            <a:extLst>
              <a:ext uri="{FF2B5EF4-FFF2-40B4-BE49-F238E27FC236}">
                <a16:creationId xmlns:a16="http://schemas.microsoft.com/office/drawing/2014/main" id="{F83DA2C4-C351-4576-9E56-C11C424A4B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498678" y="1601736"/>
            <a:ext cx="3192788" cy="3192788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7A16E7BD-0082-46AC-9B89-DBCE3D28D72E}"/>
              </a:ext>
            </a:extLst>
          </p:cNvPr>
          <p:cNvSpPr txBox="1"/>
          <p:nvPr/>
        </p:nvSpPr>
        <p:spPr>
          <a:xfrm>
            <a:off x="-4730939" y="3686528"/>
            <a:ext cx="479823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Anass Shafi Shahid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M.Salahuddin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M.Ali Amir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M.Amar Rasheed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M.Uzair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000" dirty="0">
              <a:solidFill>
                <a:srgbClr val="E1D7C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2E8DAF2-6274-4BF4-A73B-59943597A19D}"/>
              </a:ext>
            </a:extLst>
          </p:cNvPr>
          <p:cNvSpPr txBox="1"/>
          <p:nvPr/>
        </p:nvSpPr>
        <p:spPr>
          <a:xfrm>
            <a:off x="-5814843" y="941949"/>
            <a:ext cx="69848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E1D7C5"/>
                </a:solidFill>
                <a:latin typeface="Arial Black" panose="020B0A04020102020204" pitchFamily="34" charset="0"/>
              </a:rPr>
              <a:t>Dream Travels</a:t>
            </a:r>
            <a:endParaRPr lang="en-GB" sz="4400" b="1" dirty="0">
              <a:solidFill>
                <a:srgbClr val="E1D7C5"/>
              </a:solidFill>
              <a:latin typeface="Arial Black" panose="020B0A040201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1905952-AB90-4B3B-94E0-F9D0B2EC44D3}"/>
              </a:ext>
            </a:extLst>
          </p:cNvPr>
          <p:cNvSpPr txBox="1"/>
          <p:nvPr/>
        </p:nvSpPr>
        <p:spPr>
          <a:xfrm>
            <a:off x="-4849103" y="2389316"/>
            <a:ext cx="47982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Course: </a:t>
            </a: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AICT-Lab</a:t>
            </a:r>
          </a:p>
          <a:p>
            <a:r>
              <a:rPr lang="en-US" sz="2800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Instructor: </a:t>
            </a: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Ms.Ramsha Khalid</a:t>
            </a:r>
            <a:endParaRPr lang="en-GB" sz="2800" dirty="0">
              <a:solidFill>
                <a:srgbClr val="E1D7C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8377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141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raphic 37" descr="Earth globe: Americas with solid fill">
            <a:extLst>
              <a:ext uri="{FF2B5EF4-FFF2-40B4-BE49-F238E27FC236}">
                <a16:creationId xmlns:a16="http://schemas.microsoft.com/office/drawing/2014/main" id="{F83DA2C4-C351-4576-9E56-C11C424A4B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13624" y="1779538"/>
            <a:ext cx="3192788" cy="31927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57ABEC-4065-4F04-8FB3-0352F333982C}"/>
              </a:ext>
            </a:extLst>
          </p:cNvPr>
          <p:cNvSpPr txBox="1"/>
          <p:nvPr/>
        </p:nvSpPr>
        <p:spPr>
          <a:xfrm>
            <a:off x="1828800" y="1071228"/>
            <a:ext cx="69848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E1D7C5"/>
                </a:solidFill>
                <a:latin typeface="Arial Black" panose="020B0A04020102020204" pitchFamily="34" charset="0"/>
              </a:rPr>
              <a:t>Dream Travels</a:t>
            </a:r>
            <a:endParaRPr lang="en-GB" sz="4400" b="1" dirty="0">
              <a:solidFill>
                <a:srgbClr val="E1D7C5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9800B9-143B-4631-845E-28A1C3588F98}"/>
              </a:ext>
            </a:extLst>
          </p:cNvPr>
          <p:cNvSpPr txBox="1"/>
          <p:nvPr/>
        </p:nvSpPr>
        <p:spPr>
          <a:xfrm>
            <a:off x="1982177" y="2421825"/>
            <a:ext cx="47982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Course: </a:t>
            </a: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AICT-Lab</a:t>
            </a:r>
          </a:p>
          <a:p>
            <a:r>
              <a:rPr lang="en-US" sz="2800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Instructor: </a:t>
            </a: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Ms.Ramsha Khalid</a:t>
            </a:r>
            <a:endParaRPr lang="en-GB" sz="2800" dirty="0">
              <a:solidFill>
                <a:srgbClr val="E1D7C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01DA16-E8D5-471E-B6F9-6A9C91C2B8AB}"/>
              </a:ext>
            </a:extLst>
          </p:cNvPr>
          <p:cNvSpPr txBox="1"/>
          <p:nvPr/>
        </p:nvSpPr>
        <p:spPr>
          <a:xfrm>
            <a:off x="1982177" y="3676701"/>
            <a:ext cx="479823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Anass Shafi Shahid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M.Salahuddin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M.Ali Amir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M.Amar Rasheed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M.Uzair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000" dirty="0">
              <a:solidFill>
                <a:srgbClr val="E1D7C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3675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141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raphic 37" descr="Earth globe: Americas with solid fill">
            <a:extLst>
              <a:ext uri="{FF2B5EF4-FFF2-40B4-BE49-F238E27FC236}">
                <a16:creationId xmlns:a16="http://schemas.microsoft.com/office/drawing/2014/main" id="{F83DA2C4-C351-4576-9E56-C11C424A4B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469724" y="1457079"/>
            <a:ext cx="3192788" cy="31927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57ABEC-4065-4F04-8FB3-0352F333982C}"/>
              </a:ext>
            </a:extLst>
          </p:cNvPr>
          <p:cNvSpPr txBox="1"/>
          <p:nvPr/>
        </p:nvSpPr>
        <p:spPr>
          <a:xfrm>
            <a:off x="-7302616" y="561827"/>
            <a:ext cx="69848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E1D7C5"/>
                </a:solidFill>
                <a:latin typeface="Arial Black" panose="020B0A04020102020204" pitchFamily="34" charset="0"/>
              </a:rPr>
              <a:t>Dream Travels</a:t>
            </a:r>
            <a:endParaRPr lang="en-GB" sz="4400" b="1" dirty="0">
              <a:solidFill>
                <a:srgbClr val="E1D7C5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9800B9-143B-4631-845E-28A1C3588F98}"/>
              </a:ext>
            </a:extLst>
          </p:cNvPr>
          <p:cNvSpPr txBox="1"/>
          <p:nvPr/>
        </p:nvSpPr>
        <p:spPr>
          <a:xfrm>
            <a:off x="-6209323" y="2099366"/>
            <a:ext cx="47982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Course: </a:t>
            </a: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AICT-Lab</a:t>
            </a:r>
          </a:p>
          <a:p>
            <a:r>
              <a:rPr lang="en-US" sz="2800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Instructor: </a:t>
            </a: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Ms.Ramsha Khalid</a:t>
            </a:r>
            <a:endParaRPr lang="en-GB" sz="2800" dirty="0">
              <a:solidFill>
                <a:srgbClr val="E1D7C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01DA16-E8D5-471E-B6F9-6A9C91C2B8AB}"/>
              </a:ext>
            </a:extLst>
          </p:cNvPr>
          <p:cNvSpPr txBox="1"/>
          <p:nvPr/>
        </p:nvSpPr>
        <p:spPr>
          <a:xfrm>
            <a:off x="-6209323" y="3270301"/>
            <a:ext cx="479823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Anass Shafi Shahid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M.Salahuddin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M.Ali Amir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M.Amar Rasheed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M.Uzair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000" dirty="0">
              <a:solidFill>
                <a:srgbClr val="E1D7C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Graphic 3" descr="Questions with solid fill">
            <a:extLst>
              <a:ext uri="{FF2B5EF4-FFF2-40B4-BE49-F238E27FC236}">
                <a16:creationId xmlns:a16="http://schemas.microsoft.com/office/drawing/2014/main" id="{864E61AF-A20F-4F37-89EF-AA1768D490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6209323" y="6304263"/>
            <a:ext cx="2640702" cy="2640702"/>
          </a:xfrm>
          <a:prstGeom prst="rect">
            <a:avLst/>
          </a:prstGeom>
        </p:spPr>
      </p:pic>
      <p:pic>
        <p:nvPicPr>
          <p:cNvPr id="7" name="Graphic 6" descr="Question mark with solid fill">
            <a:extLst>
              <a:ext uri="{FF2B5EF4-FFF2-40B4-BE49-F238E27FC236}">
                <a16:creationId xmlns:a16="http://schemas.microsoft.com/office/drawing/2014/main" id="{F3362DC7-5ABC-4304-94F7-46A64C21E8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905497" y="-1429105"/>
            <a:ext cx="2676083" cy="2676083"/>
          </a:xfrm>
          <a:prstGeom prst="rect">
            <a:avLst/>
          </a:prstGeom>
        </p:spPr>
      </p:pic>
      <p:pic>
        <p:nvPicPr>
          <p:cNvPr id="9" name="Graphic 8" descr="Thought bubble with solid fill">
            <a:extLst>
              <a:ext uri="{FF2B5EF4-FFF2-40B4-BE49-F238E27FC236}">
                <a16:creationId xmlns:a16="http://schemas.microsoft.com/office/drawing/2014/main" id="{14742825-7A05-40F5-971C-03C8E255DA8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740790" y="5196267"/>
            <a:ext cx="2215991" cy="2215991"/>
          </a:xfrm>
          <a:prstGeom prst="rect">
            <a:avLst/>
          </a:prstGeom>
        </p:spPr>
      </p:pic>
      <p:pic>
        <p:nvPicPr>
          <p:cNvPr id="11" name="Graphic 10" descr="Classroom with solid fill">
            <a:extLst>
              <a:ext uri="{FF2B5EF4-FFF2-40B4-BE49-F238E27FC236}">
                <a16:creationId xmlns:a16="http://schemas.microsoft.com/office/drawing/2014/main" id="{3ABB7409-DB74-425B-947A-7ABB0317AAC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66625" y="2390611"/>
            <a:ext cx="1987685" cy="198768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E3FB4BE-5E48-41D9-8CC6-DE2B1A03C00B}"/>
              </a:ext>
            </a:extLst>
          </p:cNvPr>
          <p:cNvSpPr txBox="1"/>
          <p:nvPr/>
        </p:nvSpPr>
        <p:spPr>
          <a:xfrm>
            <a:off x="4069487" y="3270301"/>
            <a:ext cx="40530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travel agency helps customers plan and arrange trips by providing travel and booking services</a:t>
            </a:r>
            <a:endParaRPr lang="en-GB" dirty="0">
              <a:solidFill>
                <a:srgbClr val="E1D7C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119D76-1F3B-41F9-BE2F-1DCAD92FF9E2}"/>
              </a:ext>
            </a:extLst>
          </p:cNvPr>
          <p:cNvSpPr txBox="1"/>
          <p:nvPr/>
        </p:nvSpPr>
        <p:spPr>
          <a:xfrm>
            <a:off x="4069486" y="1706763"/>
            <a:ext cx="69848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E1D7C5"/>
                </a:solidFill>
                <a:latin typeface="Arial Black" panose="020B0A04020102020204" pitchFamily="34" charset="0"/>
              </a:rPr>
              <a:t>INTRODUCTION</a:t>
            </a:r>
            <a:endParaRPr lang="en-GB" sz="4400" b="1" dirty="0">
              <a:solidFill>
                <a:srgbClr val="E1D7C5"/>
              </a:solidFill>
              <a:latin typeface="Arial Black" panose="020B0A04020102020204" pitchFamily="34" charset="0"/>
            </a:endParaRPr>
          </a:p>
        </p:txBody>
      </p:sp>
      <p:pic>
        <p:nvPicPr>
          <p:cNvPr id="23" name="Graphic 22" descr="Airplane with solid fill">
            <a:extLst>
              <a:ext uri="{FF2B5EF4-FFF2-40B4-BE49-F238E27FC236}">
                <a16:creationId xmlns:a16="http://schemas.microsoft.com/office/drawing/2014/main" id="{3F686F28-2F68-4113-9F9A-B9C4DCA72AE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5400000">
            <a:off x="17162345" y="2007029"/>
            <a:ext cx="2162388" cy="2676083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B4E2BE58-6332-4FF5-BF80-B1A1E9AF3BE9}"/>
              </a:ext>
            </a:extLst>
          </p:cNvPr>
          <p:cNvGrpSpPr/>
          <p:nvPr/>
        </p:nvGrpSpPr>
        <p:grpSpPr>
          <a:xfrm rot="5400000">
            <a:off x="5173600" y="-5070718"/>
            <a:ext cx="6857188" cy="17009422"/>
            <a:chOff x="1492591" y="3908474"/>
            <a:chExt cx="5684414" cy="10673870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B626DB4-2DF7-4575-A8D0-C00001455B93}"/>
                </a:ext>
              </a:extLst>
            </p:cNvPr>
            <p:cNvSpPr/>
            <p:nvPr/>
          </p:nvSpPr>
          <p:spPr>
            <a:xfrm rot="16200000">
              <a:off x="-358239" y="7047100"/>
              <a:ext cx="9386074" cy="5684413"/>
            </a:xfrm>
            <a:custGeom>
              <a:avLst/>
              <a:gdLst>
                <a:gd name="connsiteX0" fmla="*/ 12172188 w 14813803"/>
                <a:gd name="connsiteY0" fmla="*/ 0 h 6859658"/>
                <a:gd name="connsiteX1" fmla="*/ 12173467 w 14813803"/>
                <a:gd name="connsiteY1" fmla="*/ 1658 h 6859658"/>
                <a:gd name="connsiteX2" fmla="*/ 12192000 w 14813803"/>
                <a:gd name="connsiteY2" fmla="*/ 1658 h 6859658"/>
                <a:gd name="connsiteX3" fmla="*/ 12192000 w 14813803"/>
                <a:gd name="connsiteY3" fmla="*/ 25676 h 6859658"/>
                <a:gd name="connsiteX4" fmla="*/ 14813803 w 14813803"/>
                <a:gd name="connsiteY4" fmla="*/ 3423479 h 6859658"/>
                <a:gd name="connsiteX5" fmla="*/ 12192000 w 14813803"/>
                <a:gd name="connsiteY5" fmla="*/ 6821282 h 6859658"/>
                <a:gd name="connsiteX6" fmla="*/ 12192000 w 14813803"/>
                <a:gd name="connsiteY6" fmla="*/ 6859658 h 6859658"/>
                <a:gd name="connsiteX7" fmla="*/ 0 w 14813803"/>
                <a:gd name="connsiteY7" fmla="*/ 6859658 h 6859658"/>
                <a:gd name="connsiteX8" fmla="*/ 0 w 14813803"/>
                <a:gd name="connsiteY8" fmla="*/ 1658 h 6859658"/>
                <a:gd name="connsiteX9" fmla="*/ 12172188 w 14813803"/>
                <a:gd name="connsiteY9" fmla="*/ 1658 h 68596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813803" h="6859658">
                  <a:moveTo>
                    <a:pt x="12172188" y="0"/>
                  </a:moveTo>
                  <a:lnTo>
                    <a:pt x="12173467" y="1658"/>
                  </a:lnTo>
                  <a:lnTo>
                    <a:pt x="12192000" y="1658"/>
                  </a:lnTo>
                  <a:lnTo>
                    <a:pt x="12192000" y="25676"/>
                  </a:lnTo>
                  <a:lnTo>
                    <a:pt x="14813803" y="3423479"/>
                  </a:lnTo>
                  <a:lnTo>
                    <a:pt x="12192000" y="6821282"/>
                  </a:lnTo>
                  <a:lnTo>
                    <a:pt x="12192000" y="6859658"/>
                  </a:lnTo>
                  <a:lnTo>
                    <a:pt x="0" y="6859658"/>
                  </a:lnTo>
                  <a:lnTo>
                    <a:pt x="0" y="1658"/>
                  </a:lnTo>
                  <a:lnTo>
                    <a:pt x="12172188" y="1658"/>
                  </a:lnTo>
                  <a:close/>
                </a:path>
              </a:pathLst>
            </a:custGeom>
            <a:solidFill>
              <a:srgbClr val="1F49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 dirty="0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15729DD-1040-49A4-95EC-B8D51221B00C}"/>
                </a:ext>
              </a:extLst>
            </p:cNvPr>
            <p:cNvSpPr/>
            <p:nvPr/>
          </p:nvSpPr>
          <p:spPr>
            <a:xfrm rot="16200000">
              <a:off x="3047005" y="2354060"/>
              <a:ext cx="2575585" cy="5684414"/>
            </a:xfrm>
            <a:custGeom>
              <a:avLst/>
              <a:gdLst>
                <a:gd name="connsiteX0" fmla="*/ 2575585 w 2575585"/>
                <a:gd name="connsiteY0" fmla="*/ 2836946 h 5684414"/>
                <a:gd name="connsiteX1" fmla="*/ 914401 w 2575585"/>
                <a:gd name="connsiteY1" fmla="*/ 5652614 h 5684414"/>
                <a:gd name="connsiteX2" fmla="*/ 914401 w 2575585"/>
                <a:gd name="connsiteY2" fmla="*/ 5684414 h 5684414"/>
                <a:gd name="connsiteX3" fmla="*/ 0 w 2575585"/>
                <a:gd name="connsiteY3" fmla="*/ 5684414 h 5684414"/>
                <a:gd name="connsiteX4" fmla="*/ 0 w 2575585"/>
                <a:gd name="connsiteY4" fmla="*/ 5652614 h 5684414"/>
                <a:gd name="connsiteX5" fmla="*/ 1661184 w 2575585"/>
                <a:gd name="connsiteY5" fmla="*/ 2836946 h 5684414"/>
                <a:gd name="connsiteX6" fmla="*/ 1 w 2575585"/>
                <a:gd name="connsiteY6" fmla="*/ 21279 h 5684414"/>
                <a:gd name="connsiteX7" fmla="*/ 1 w 2575585"/>
                <a:gd name="connsiteY7" fmla="*/ 1375 h 5684414"/>
                <a:gd name="connsiteX8" fmla="*/ 901849 w 2575585"/>
                <a:gd name="connsiteY8" fmla="*/ 1375 h 5684414"/>
                <a:gd name="connsiteX9" fmla="*/ 901849 w 2575585"/>
                <a:gd name="connsiteY9" fmla="*/ 0 h 5684414"/>
                <a:gd name="connsiteX10" fmla="*/ 902660 w 2575585"/>
                <a:gd name="connsiteY10" fmla="*/ 1375 h 5684414"/>
                <a:gd name="connsiteX11" fmla="*/ 914402 w 2575585"/>
                <a:gd name="connsiteY11" fmla="*/ 1375 h 5684414"/>
                <a:gd name="connsiteX12" fmla="*/ 914402 w 2575585"/>
                <a:gd name="connsiteY12" fmla="*/ 21279 h 5684414"/>
                <a:gd name="connsiteX13" fmla="*/ 2575585 w 2575585"/>
                <a:gd name="connsiteY13" fmla="*/ 2836946 h 5684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575585" h="5684414">
                  <a:moveTo>
                    <a:pt x="2575585" y="2836946"/>
                  </a:moveTo>
                  <a:lnTo>
                    <a:pt x="914401" y="5652614"/>
                  </a:lnTo>
                  <a:lnTo>
                    <a:pt x="914401" y="5684414"/>
                  </a:lnTo>
                  <a:lnTo>
                    <a:pt x="0" y="5684414"/>
                  </a:lnTo>
                  <a:lnTo>
                    <a:pt x="0" y="5652614"/>
                  </a:lnTo>
                  <a:lnTo>
                    <a:pt x="1661184" y="2836946"/>
                  </a:lnTo>
                  <a:lnTo>
                    <a:pt x="1" y="21279"/>
                  </a:lnTo>
                  <a:lnTo>
                    <a:pt x="1" y="1375"/>
                  </a:lnTo>
                  <a:lnTo>
                    <a:pt x="901849" y="1375"/>
                  </a:lnTo>
                  <a:lnTo>
                    <a:pt x="901849" y="0"/>
                  </a:lnTo>
                  <a:lnTo>
                    <a:pt x="902660" y="1375"/>
                  </a:lnTo>
                  <a:lnTo>
                    <a:pt x="914402" y="1375"/>
                  </a:lnTo>
                  <a:lnTo>
                    <a:pt x="914402" y="21279"/>
                  </a:lnTo>
                  <a:lnTo>
                    <a:pt x="2575585" y="2836946"/>
                  </a:lnTo>
                  <a:close/>
                </a:path>
              </a:pathLst>
            </a:custGeom>
            <a:solidFill>
              <a:srgbClr val="1F493D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95F91FBE-61E3-4219-8031-ABA7275B8FF3}"/>
              </a:ext>
            </a:extLst>
          </p:cNvPr>
          <p:cNvSpPr txBox="1"/>
          <p:nvPr/>
        </p:nvSpPr>
        <p:spPr>
          <a:xfrm>
            <a:off x="3986211" y="-1310606"/>
            <a:ext cx="6984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E1D7C5"/>
                </a:solidFill>
                <a:latin typeface="Arial Black" panose="020B0A04020102020204" pitchFamily="34" charset="0"/>
              </a:rPr>
              <a:t>Purpose</a:t>
            </a:r>
            <a:endParaRPr lang="en-GB" sz="3600" b="1" dirty="0">
              <a:solidFill>
                <a:srgbClr val="E1D7C5"/>
              </a:solidFill>
              <a:latin typeface="Arial Black" panose="020B0A040201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9C9C614-68F5-4450-BEBF-6387AD71362F}"/>
              </a:ext>
            </a:extLst>
          </p:cNvPr>
          <p:cNvSpPr txBox="1"/>
          <p:nvPr/>
        </p:nvSpPr>
        <p:spPr>
          <a:xfrm>
            <a:off x="4416484" y="8944965"/>
            <a:ext cx="47982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purpose of this project is to understand website development by creating a functional travel agency website and preparing proper project documentation</a:t>
            </a:r>
            <a:endParaRPr lang="en-GB" dirty="0">
              <a:solidFill>
                <a:srgbClr val="E1D7C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777A263-4DB8-4CF4-A9F8-9EA146AB4C00}"/>
              </a:ext>
            </a:extLst>
          </p:cNvPr>
          <p:cNvSpPr/>
          <p:nvPr/>
        </p:nvSpPr>
        <p:spPr>
          <a:xfrm>
            <a:off x="6283080" y="3053473"/>
            <a:ext cx="126693" cy="187436"/>
          </a:xfrm>
          <a:prstGeom prst="ellipse">
            <a:avLst/>
          </a:prstGeom>
          <a:solidFill>
            <a:srgbClr val="414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7" name="Graphic 26" descr="Bullseye with solid fill">
            <a:extLst>
              <a:ext uri="{FF2B5EF4-FFF2-40B4-BE49-F238E27FC236}">
                <a16:creationId xmlns:a16="http://schemas.microsoft.com/office/drawing/2014/main" id="{AA297AB6-DFFF-4871-A4F6-F89A02776150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416484" y="2577357"/>
            <a:ext cx="1326924" cy="1326924"/>
          </a:xfrm>
          <a:prstGeom prst="rect">
            <a:avLst/>
          </a:prstGeom>
        </p:spPr>
      </p:pic>
      <p:pic>
        <p:nvPicPr>
          <p:cNvPr id="35" name="Graphic 34" descr="Arrow: Counter-clockwise curve with solid fill">
            <a:extLst>
              <a:ext uri="{FF2B5EF4-FFF2-40B4-BE49-F238E27FC236}">
                <a16:creationId xmlns:a16="http://schemas.microsoft.com/office/drawing/2014/main" id="{4FEDA217-FADF-4A47-8EE5-67596412283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3122480">
            <a:off x="6361213" y="2499868"/>
            <a:ext cx="1481903" cy="1481903"/>
          </a:xfrm>
          <a:prstGeom prst="rect">
            <a:avLst/>
          </a:prstGeom>
        </p:spPr>
      </p:pic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67B4235E-0F40-4B71-9F51-2141711FA00A}"/>
              </a:ext>
            </a:extLst>
          </p:cNvPr>
          <p:cNvSpPr/>
          <p:nvPr/>
        </p:nvSpPr>
        <p:spPr>
          <a:xfrm>
            <a:off x="25516042" y="-6948252"/>
            <a:ext cx="4104342" cy="6857188"/>
          </a:xfrm>
          <a:custGeom>
            <a:avLst/>
            <a:gdLst>
              <a:gd name="connsiteX0" fmla="*/ 2575585 w 2575585"/>
              <a:gd name="connsiteY0" fmla="*/ 2836946 h 5684414"/>
              <a:gd name="connsiteX1" fmla="*/ 914401 w 2575585"/>
              <a:gd name="connsiteY1" fmla="*/ 5652614 h 5684414"/>
              <a:gd name="connsiteX2" fmla="*/ 914401 w 2575585"/>
              <a:gd name="connsiteY2" fmla="*/ 5684414 h 5684414"/>
              <a:gd name="connsiteX3" fmla="*/ 0 w 2575585"/>
              <a:gd name="connsiteY3" fmla="*/ 5684414 h 5684414"/>
              <a:gd name="connsiteX4" fmla="*/ 0 w 2575585"/>
              <a:gd name="connsiteY4" fmla="*/ 5652614 h 5684414"/>
              <a:gd name="connsiteX5" fmla="*/ 1661184 w 2575585"/>
              <a:gd name="connsiteY5" fmla="*/ 2836946 h 5684414"/>
              <a:gd name="connsiteX6" fmla="*/ 1 w 2575585"/>
              <a:gd name="connsiteY6" fmla="*/ 21279 h 5684414"/>
              <a:gd name="connsiteX7" fmla="*/ 1 w 2575585"/>
              <a:gd name="connsiteY7" fmla="*/ 1375 h 5684414"/>
              <a:gd name="connsiteX8" fmla="*/ 901849 w 2575585"/>
              <a:gd name="connsiteY8" fmla="*/ 1375 h 5684414"/>
              <a:gd name="connsiteX9" fmla="*/ 901849 w 2575585"/>
              <a:gd name="connsiteY9" fmla="*/ 0 h 5684414"/>
              <a:gd name="connsiteX10" fmla="*/ 902660 w 2575585"/>
              <a:gd name="connsiteY10" fmla="*/ 1375 h 5684414"/>
              <a:gd name="connsiteX11" fmla="*/ 914402 w 2575585"/>
              <a:gd name="connsiteY11" fmla="*/ 1375 h 5684414"/>
              <a:gd name="connsiteX12" fmla="*/ 914402 w 2575585"/>
              <a:gd name="connsiteY12" fmla="*/ 21279 h 5684414"/>
              <a:gd name="connsiteX13" fmla="*/ 2575585 w 2575585"/>
              <a:gd name="connsiteY13" fmla="*/ 2836946 h 5684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575585" h="5684414">
                <a:moveTo>
                  <a:pt x="2575585" y="2836946"/>
                </a:moveTo>
                <a:lnTo>
                  <a:pt x="914401" y="5652614"/>
                </a:lnTo>
                <a:lnTo>
                  <a:pt x="914401" y="5684414"/>
                </a:lnTo>
                <a:lnTo>
                  <a:pt x="0" y="5684414"/>
                </a:lnTo>
                <a:lnTo>
                  <a:pt x="0" y="5652614"/>
                </a:lnTo>
                <a:lnTo>
                  <a:pt x="1661184" y="2836946"/>
                </a:lnTo>
                <a:lnTo>
                  <a:pt x="1" y="21279"/>
                </a:lnTo>
                <a:lnTo>
                  <a:pt x="1" y="1375"/>
                </a:lnTo>
                <a:lnTo>
                  <a:pt x="901849" y="1375"/>
                </a:lnTo>
                <a:lnTo>
                  <a:pt x="901849" y="0"/>
                </a:lnTo>
                <a:lnTo>
                  <a:pt x="902660" y="1375"/>
                </a:lnTo>
                <a:lnTo>
                  <a:pt x="914402" y="1375"/>
                </a:lnTo>
                <a:lnTo>
                  <a:pt x="914402" y="21279"/>
                </a:lnTo>
                <a:lnTo>
                  <a:pt x="2575585" y="2836946"/>
                </a:lnTo>
                <a:close/>
              </a:path>
            </a:pathLst>
          </a:custGeom>
          <a:solidFill>
            <a:srgbClr val="1F493D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47990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xit" presetSubtype="4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4" dur="75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75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" presetClass="exit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75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75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" presetClass="exit" presetSubtype="4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7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" presetClass="exit" presetSubtype="4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6" dur="7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75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74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raphic 37" descr="Earth globe: Americas with solid fill">
            <a:extLst>
              <a:ext uri="{FF2B5EF4-FFF2-40B4-BE49-F238E27FC236}">
                <a16:creationId xmlns:a16="http://schemas.microsoft.com/office/drawing/2014/main" id="{F83DA2C4-C351-4576-9E56-C11C424A4B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-4496951" y="-4164215"/>
            <a:ext cx="3192788" cy="31927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57ABEC-4065-4F04-8FB3-0352F333982C}"/>
              </a:ext>
            </a:extLst>
          </p:cNvPr>
          <p:cNvSpPr txBox="1"/>
          <p:nvPr/>
        </p:nvSpPr>
        <p:spPr>
          <a:xfrm>
            <a:off x="-6515100" y="553737"/>
            <a:ext cx="69848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E1D7C5"/>
                </a:solidFill>
                <a:latin typeface="Arial Black" panose="020B0A04020102020204" pitchFamily="34" charset="0"/>
              </a:rPr>
              <a:t>Dream Travels</a:t>
            </a:r>
            <a:endParaRPr lang="en-GB" sz="4400" b="1" dirty="0">
              <a:solidFill>
                <a:srgbClr val="E1D7C5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9800B9-143B-4631-845E-28A1C3588F98}"/>
              </a:ext>
            </a:extLst>
          </p:cNvPr>
          <p:cNvSpPr txBox="1"/>
          <p:nvPr/>
        </p:nvSpPr>
        <p:spPr>
          <a:xfrm>
            <a:off x="-6209323" y="2099366"/>
            <a:ext cx="47982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Course: </a:t>
            </a: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AICT-Lab</a:t>
            </a:r>
          </a:p>
          <a:p>
            <a:r>
              <a:rPr lang="en-US" sz="2800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Instructor: </a:t>
            </a: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Ms.Ramsha Khalid</a:t>
            </a:r>
            <a:endParaRPr lang="en-GB" sz="2800" dirty="0">
              <a:solidFill>
                <a:srgbClr val="E1D7C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01DA16-E8D5-471E-B6F9-6A9C91C2B8AB}"/>
              </a:ext>
            </a:extLst>
          </p:cNvPr>
          <p:cNvSpPr txBox="1"/>
          <p:nvPr/>
        </p:nvSpPr>
        <p:spPr>
          <a:xfrm>
            <a:off x="-6209323" y="3270301"/>
            <a:ext cx="479823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Anass Shafi Shahid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M.Salahuddin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M.Ali Amir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M.Amar Rasheed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M.Uzair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000" dirty="0">
              <a:solidFill>
                <a:srgbClr val="E1D7C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Graphic 3" descr="Questions with solid fill">
            <a:extLst>
              <a:ext uri="{FF2B5EF4-FFF2-40B4-BE49-F238E27FC236}">
                <a16:creationId xmlns:a16="http://schemas.microsoft.com/office/drawing/2014/main" id="{864E61AF-A20F-4F37-89EF-AA1768D490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6209323" y="6304263"/>
            <a:ext cx="2640702" cy="2640702"/>
          </a:xfrm>
          <a:prstGeom prst="rect">
            <a:avLst/>
          </a:prstGeom>
        </p:spPr>
      </p:pic>
      <p:pic>
        <p:nvPicPr>
          <p:cNvPr id="7" name="Graphic 6" descr="Question mark with solid fill">
            <a:extLst>
              <a:ext uri="{FF2B5EF4-FFF2-40B4-BE49-F238E27FC236}">
                <a16:creationId xmlns:a16="http://schemas.microsoft.com/office/drawing/2014/main" id="{F3362DC7-5ABC-4304-94F7-46A64C21E8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905497" y="-1429105"/>
            <a:ext cx="2676083" cy="2676083"/>
          </a:xfrm>
          <a:prstGeom prst="rect">
            <a:avLst/>
          </a:prstGeom>
        </p:spPr>
      </p:pic>
      <p:pic>
        <p:nvPicPr>
          <p:cNvPr id="9" name="Graphic 8" descr="Thought bubble with solid fill">
            <a:extLst>
              <a:ext uri="{FF2B5EF4-FFF2-40B4-BE49-F238E27FC236}">
                <a16:creationId xmlns:a16="http://schemas.microsoft.com/office/drawing/2014/main" id="{14742825-7A05-40F5-971C-03C8E255DA8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740790" y="5196267"/>
            <a:ext cx="2215991" cy="2215991"/>
          </a:xfrm>
          <a:prstGeom prst="rect">
            <a:avLst/>
          </a:prstGeom>
        </p:spPr>
      </p:pic>
      <p:pic>
        <p:nvPicPr>
          <p:cNvPr id="11" name="Graphic 10" descr="Classroom with solid fill">
            <a:extLst>
              <a:ext uri="{FF2B5EF4-FFF2-40B4-BE49-F238E27FC236}">
                <a16:creationId xmlns:a16="http://schemas.microsoft.com/office/drawing/2014/main" id="{3ABB7409-DB74-425B-947A-7ABB0317AAC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521025" y="-2102072"/>
            <a:ext cx="1987685" cy="198768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E3FB4BE-5E48-41D9-8CC6-DE2B1A03C00B}"/>
              </a:ext>
            </a:extLst>
          </p:cNvPr>
          <p:cNvSpPr txBox="1"/>
          <p:nvPr/>
        </p:nvSpPr>
        <p:spPr>
          <a:xfrm>
            <a:off x="4069487" y="8021635"/>
            <a:ext cx="40530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travel agency helps customers plan and arrange trips by providing travel and booking services</a:t>
            </a:r>
            <a:endParaRPr lang="en-GB" dirty="0">
              <a:solidFill>
                <a:srgbClr val="E1D7C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119D76-1F3B-41F9-BE2F-1DCAD92FF9E2}"/>
              </a:ext>
            </a:extLst>
          </p:cNvPr>
          <p:cNvSpPr txBox="1"/>
          <p:nvPr/>
        </p:nvSpPr>
        <p:spPr>
          <a:xfrm>
            <a:off x="3663086" y="-2198546"/>
            <a:ext cx="69848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E1D7C5"/>
                </a:solidFill>
                <a:latin typeface="Arial Black" panose="020B0A04020102020204" pitchFamily="34" charset="0"/>
              </a:rPr>
              <a:t>INTRODUCTION</a:t>
            </a:r>
            <a:endParaRPr lang="en-GB" sz="4400" b="1" dirty="0">
              <a:solidFill>
                <a:srgbClr val="E1D7C5"/>
              </a:solidFill>
              <a:latin typeface="Arial Black" panose="020B0A04020102020204" pitchFamily="34" charset="0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6829CF8C-7603-4A51-B4E0-3237FEB1017D}"/>
              </a:ext>
            </a:extLst>
          </p:cNvPr>
          <p:cNvSpPr/>
          <p:nvPr/>
        </p:nvSpPr>
        <p:spPr>
          <a:xfrm rot="16200000">
            <a:off x="11754475" y="7478513"/>
            <a:ext cx="811" cy="1375"/>
          </a:xfrm>
          <a:custGeom>
            <a:avLst/>
            <a:gdLst>
              <a:gd name="connsiteX0" fmla="*/ 811 w 811"/>
              <a:gd name="connsiteY0" fmla="*/ 1375 h 1375"/>
              <a:gd name="connsiteX1" fmla="*/ 0 w 811"/>
              <a:gd name="connsiteY1" fmla="*/ 1375 h 1375"/>
              <a:gd name="connsiteX2" fmla="*/ 0 w 811"/>
              <a:gd name="connsiteY2" fmla="*/ 0 h 1375"/>
              <a:gd name="connsiteX3" fmla="*/ 811 w 811"/>
              <a:gd name="connsiteY3" fmla="*/ 1375 h 1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1" h="1375">
                <a:moveTo>
                  <a:pt x="811" y="1375"/>
                </a:moveTo>
                <a:lnTo>
                  <a:pt x="0" y="1375"/>
                </a:lnTo>
                <a:lnTo>
                  <a:pt x="0" y="0"/>
                </a:lnTo>
                <a:lnTo>
                  <a:pt x="811" y="1375"/>
                </a:lnTo>
                <a:close/>
              </a:path>
            </a:pathLst>
          </a:custGeom>
          <a:solidFill>
            <a:srgbClr val="1F49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pic>
        <p:nvPicPr>
          <p:cNvPr id="20" name="Graphic 19" descr="Airplane with solid fill">
            <a:extLst>
              <a:ext uri="{FF2B5EF4-FFF2-40B4-BE49-F238E27FC236}">
                <a16:creationId xmlns:a16="http://schemas.microsoft.com/office/drawing/2014/main" id="{2774F201-8732-4135-952E-5EDCA22FAD7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5400000">
            <a:off x="17064862" y="2002441"/>
            <a:ext cx="2162388" cy="2676083"/>
          </a:xfrm>
          <a:prstGeom prst="rect">
            <a:avLst/>
          </a:prstGeom>
        </p:spPr>
      </p:pic>
      <p:sp>
        <p:nvSpPr>
          <p:cNvPr id="41" name="Oval 40">
            <a:extLst>
              <a:ext uri="{FF2B5EF4-FFF2-40B4-BE49-F238E27FC236}">
                <a16:creationId xmlns:a16="http://schemas.microsoft.com/office/drawing/2014/main" id="{8F3C9912-FDBE-4F87-BF27-CABA7FD0C9C9}"/>
              </a:ext>
            </a:extLst>
          </p:cNvPr>
          <p:cNvSpPr/>
          <p:nvPr/>
        </p:nvSpPr>
        <p:spPr>
          <a:xfrm>
            <a:off x="116051" y="104805"/>
            <a:ext cx="6183395" cy="6330991"/>
          </a:xfrm>
          <a:prstGeom prst="ellipse">
            <a:avLst/>
          </a:prstGeom>
          <a:solidFill>
            <a:srgbClr val="414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2" name="Graphic 41" descr="Bullseye with solid fill">
            <a:extLst>
              <a:ext uri="{FF2B5EF4-FFF2-40B4-BE49-F238E27FC236}">
                <a16:creationId xmlns:a16="http://schemas.microsoft.com/office/drawing/2014/main" id="{0B7F4663-07BA-4A84-856F-3CF48EC83CF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232772" y="2347982"/>
            <a:ext cx="1597204" cy="1597204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97DCC255-D184-4F33-AFF3-8656E4CE4B29}"/>
              </a:ext>
            </a:extLst>
          </p:cNvPr>
          <p:cNvSpPr txBox="1"/>
          <p:nvPr/>
        </p:nvSpPr>
        <p:spPr>
          <a:xfrm>
            <a:off x="-685378" y="1469766"/>
            <a:ext cx="6984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E1D7C5"/>
                </a:solidFill>
                <a:latin typeface="Arial Black" panose="020B0A04020102020204" pitchFamily="34" charset="0"/>
              </a:rPr>
              <a:t> Purpose</a:t>
            </a:r>
            <a:endParaRPr lang="en-GB" sz="3600" b="1" dirty="0">
              <a:solidFill>
                <a:srgbClr val="E1D7C5"/>
              </a:solidFill>
              <a:latin typeface="Arial Black" panose="020B0A040201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4D12FE1-0F44-4F6A-BA93-B3225CF104B8}"/>
              </a:ext>
            </a:extLst>
          </p:cNvPr>
          <p:cNvSpPr txBox="1"/>
          <p:nvPr/>
        </p:nvSpPr>
        <p:spPr>
          <a:xfrm>
            <a:off x="707439" y="2742394"/>
            <a:ext cx="36021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purpose of this project is to understand website development by creating a functional travel agency website and preparing proper project documentation</a:t>
            </a:r>
            <a:endParaRPr lang="en-GB" dirty="0">
              <a:solidFill>
                <a:srgbClr val="E1D7C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C832108-04A4-4EB2-9A8F-A00F8E96DBF1}"/>
              </a:ext>
            </a:extLst>
          </p:cNvPr>
          <p:cNvSpPr txBox="1"/>
          <p:nvPr/>
        </p:nvSpPr>
        <p:spPr>
          <a:xfrm>
            <a:off x="6024455" y="-1108230"/>
            <a:ext cx="6984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E1D7C5"/>
                </a:solidFill>
                <a:latin typeface="Arial Black" panose="020B0A04020102020204" pitchFamily="34" charset="0"/>
              </a:rPr>
              <a:t>Importance</a:t>
            </a:r>
            <a:endParaRPr lang="en-GB" sz="3600" b="1" dirty="0">
              <a:solidFill>
                <a:srgbClr val="E1D7C5"/>
              </a:solidFill>
              <a:latin typeface="Arial Black" panose="020B0A04020102020204" pitchFamily="34" charset="0"/>
            </a:endParaRPr>
          </a:p>
        </p:txBody>
      </p:sp>
      <p:pic>
        <p:nvPicPr>
          <p:cNvPr id="46" name="Graphic 45" descr="Arrow: Counter-clockwise curve with solid fill">
            <a:extLst>
              <a:ext uri="{FF2B5EF4-FFF2-40B4-BE49-F238E27FC236}">
                <a16:creationId xmlns:a16="http://schemas.microsoft.com/office/drawing/2014/main" id="{EE0AA387-CDF5-4A7F-B669-91B1A2C22D8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3122480">
            <a:off x="6508614" y="2554323"/>
            <a:ext cx="1184523" cy="1184523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59405159-A3EF-47BD-AC48-9072AB414F94}"/>
              </a:ext>
            </a:extLst>
          </p:cNvPr>
          <p:cNvSpPr txBox="1"/>
          <p:nvPr/>
        </p:nvSpPr>
        <p:spPr>
          <a:xfrm>
            <a:off x="12192000" y="7190639"/>
            <a:ext cx="380105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Provides easy access to travel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Saves time for customers and agencies..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Helps reach more customers online.</a:t>
            </a:r>
          </a:p>
        </p:txBody>
      </p:sp>
    </p:spTree>
    <p:extLst>
      <p:ext uri="{BB962C8B-B14F-4D97-AF65-F5344CB8AC3E}">
        <p14:creationId xmlns:p14="http://schemas.microsoft.com/office/powerpoint/2010/main" val="25148421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raphic 37" descr="Earth globe: Americas with solid fill">
            <a:extLst>
              <a:ext uri="{FF2B5EF4-FFF2-40B4-BE49-F238E27FC236}">
                <a16:creationId xmlns:a16="http://schemas.microsoft.com/office/drawing/2014/main" id="{F83DA2C4-C351-4576-9E56-C11C424A4B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-4496951" y="-4164215"/>
            <a:ext cx="3192788" cy="31927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57ABEC-4065-4F04-8FB3-0352F333982C}"/>
              </a:ext>
            </a:extLst>
          </p:cNvPr>
          <p:cNvSpPr txBox="1"/>
          <p:nvPr/>
        </p:nvSpPr>
        <p:spPr>
          <a:xfrm>
            <a:off x="-6515100" y="553737"/>
            <a:ext cx="69848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E1D7C5"/>
                </a:solidFill>
                <a:latin typeface="Arial Black" panose="020B0A04020102020204" pitchFamily="34" charset="0"/>
              </a:rPr>
              <a:t>Dream Travels</a:t>
            </a:r>
            <a:endParaRPr lang="en-GB" sz="4400" b="1" dirty="0">
              <a:solidFill>
                <a:srgbClr val="E1D7C5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9800B9-143B-4631-845E-28A1C3588F98}"/>
              </a:ext>
            </a:extLst>
          </p:cNvPr>
          <p:cNvSpPr txBox="1"/>
          <p:nvPr/>
        </p:nvSpPr>
        <p:spPr>
          <a:xfrm>
            <a:off x="-6209323" y="2099366"/>
            <a:ext cx="47982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Course: </a:t>
            </a: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AICT-Lab</a:t>
            </a:r>
          </a:p>
          <a:p>
            <a:r>
              <a:rPr lang="en-US" sz="2800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Instructor: </a:t>
            </a: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Ms.Ramsha Khalid</a:t>
            </a:r>
            <a:endParaRPr lang="en-GB" sz="2800" dirty="0">
              <a:solidFill>
                <a:srgbClr val="E1D7C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01DA16-E8D5-471E-B6F9-6A9C91C2B8AB}"/>
              </a:ext>
            </a:extLst>
          </p:cNvPr>
          <p:cNvSpPr txBox="1"/>
          <p:nvPr/>
        </p:nvSpPr>
        <p:spPr>
          <a:xfrm>
            <a:off x="-6209323" y="3270301"/>
            <a:ext cx="479823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Anass Shafi Shahid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M.Salahuddin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M.Ali Amir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M.Amar Rasheed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M.Uzair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000" dirty="0">
              <a:solidFill>
                <a:srgbClr val="E1D7C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Graphic 3" descr="Questions with solid fill">
            <a:extLst>
              <a:ext uri="{FF2B5EF4-FFF2-40B4-BE49-F238E27FC236}">
                <a16:creationId xmlns:a16="http://schemas.microsoft.com/office/drawing/2014/main" id="{864E61AF-A20F-4F37-89EF-AA1768D490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6209323" y="6304263"/>
            <a:ext cx="2640702" cy="2640702"/>
          </a:xfrm>
          <a:prstGeom prst="rect">
            <a:avLst/>
          </a:prstGeom>
        </p:spPr>
      </p:pic>
      <p:pic>
        <p:nvPicPr>
          <p:cNvPr id="7" name="Graphic 6" descr="Question mark with solid fill">
            <a:extLst>
              <a:ext uri="{FF2B5EF4-FFF2-40B4-BE49-F238E27FC236}">
                <a16:creationId xmlns:a16="http://schemas.microsoft.com/office/drawing/2014/main" id="{F3362DC7-5ABC-4304-94F7-46A64C21E8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905497" y="-1429105"/>
            <a:ext cx="2676083" cy="2676083"/>
          </a:xfrm>
          <a:prstGeom prst="rect">
            <a:avLst/>
          </a:prstGeom>
        </p:spPr>
      </p:pic>
      <p:pic>
        <p:nvPicPr>
          <p:cNvPr id="9" name="Graphic 8" descr="Thought bubble with solid fill">
            <a:extLst>
              <a:ext uri="{FF2B5EF4-FFF2-40B4-BE49-F238E27FC236}">
                <a16:creationId xmlns:a16="http://schemas.microsoft.com/office/drawing/2014/main" id="{14742825-7A05-40F5-971C-03C8E255DA8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740790" y="5196267"/>
            <a:ext cx="2215991" cy="2215991"/>
          </a:xfrm>
          <a:prstGeom prst="rect">
            <a:avLst/>
          </a:prstGeom>
        </p:spPr>
      </p:pic>
      <p:pic>
        <p:nvPicPr>
          <p:cNvPr id="11" name="Graphic 10" descr="Classroom with solid fill">
            <a:extLst>
              <a:ext uri="{FF2B5EF4-FFF2-40B4-BE49-F238E27FC236}">
                <a16:creationId xmlns:a16="http://schemas.microsoft.com/office/drawing/2014/main" id="{3ABB7409-DB74-425B-947A-7ABB0317AAC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521025" y="-2102072"/>
            <a:ext cx="1987685" cy="198768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E3FB4BE-5E48-41D9-8CC6-DE2B1A03C00B}"/>
              </a:ext>
            </a:extLst>
          </p:cNvPr>
          <p:cNvSpPr txBox="1"/>
          <p:nvPr/>
        </p:nvSpPr>
        <p:spPr>
          <a:xfrm>
            <a:off x="4069487" y="8021635"/>
            <a:ext cx="40530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travel agency helps customers plan and arrange trips by providing travel and booking services</a:t>
            </a:r>
            <a:endParaRPr lang="en-GB" dirty="0">
              <a:solidFill>
                <a:srgbClr val="E1D7C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119D76-1F3B-41F9-BE2F-1DCAD92FF9E2}"/>
              </a:ext>
            </a:extLst>
          </p:cNvPr>
          <p:cNvSpPr txBox="1"/>
          <p:nvPr/>
        </p:nvSpPr>
        <p:spPr>
          <a:xfrm>
            <a:off x="3663086" y="-2198546"/>
            <a:ext cx="69848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E1D7C5"/>
                </a:solidFill>
                <a:latin typeface="Arial Black" panose="020B0A04020102020204" pitchFamily="34" charset="0"/>
              </a:rPr>
              <a:t>INTRODUCTION</a:t>
            </a:r>
            <a:endParaRPr lang="en-GB" sz="4400" b="1" dirty="0">
              <a:solidFill>
                <a:srgbClr val="E1D7C5"/>
              </a:solidFill>
              <a:latin typeface="Arial Black" panose="020B0A04020102020204" pitchFamily="34" charset="0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6829CF8C-7603-4A51-B4E0-3237FEB1017D}"/>
              </a:ext>
            </a:extLst>
          </p:cNvPr>
          <p:cNvSpPr/>
          <p:nvPr/>
        </p:nvSpPr>
        <p:spPr>
          <a:xfrm rot="16200000">
            <a:off x="11754475" y="7478513"/>
            <a:ext cx="811" cy="1375"/>
          </a:xfrm>
          <a:custGeom>
            <a:avLst/>
            <a:gdLst>
              <a:gd name="connsiteX0" fmla="*/ 811 w 811"/>
              <a:gd name="connsiteY0" fmla="*/ 1375 h 1375"/>
              <a:gd name="connsiteX1" fmla="*/ 0 w 811"/>
              <a:gd name="connsiteY1" fmla="*/ 1375 h 1375"/>
              <a:gd name="connsiteX2" fmla="*/ 0 w 811"/>
              <a:gd name="connsiteY2" fmla="*/ 0 h 1375"/>
              <a:gd name="connsiteX3" fmla="*/ 811 w 811"/>
              <a:gd name="connsiteY3" fmla="*/ 1375 h 1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1" h="1375">
                <a:moveTo>
                  <a:pt x="811" y="1375"/>
                </a:moveTo>
                <a:lnTo>
                  <a:pt x="0" y="1375"/>
                </a:lnTo>
                <a:lnTo>
                  <a:pt x="0" y="0"/>
                </a:lnTo>
                <a:lnTo>
                  <a:pt x="811" y="1375"/>
                </a:lnTo>
                <a:close/>
              </a:path>
            </a:pathLst>
          </a:custGeom>
          <a:solidFill>
            <a:srgbClr val="1F49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pic>
        <p:nvPicPr>
          <p:cNvPr id="20" name="Graphic 19" descr="Airplane with solid fill">
            <a:extLst>
              <a:ext uri="{FF2B5EF4-FFF2-40B4-BE49-F238E27FC236}">
                <a16:creationId xmlns:a16="http://schemas.microsoft.com/office/drawing/2014/main" id="{2774F201-8732-4135-952E-5EDCA22FAD7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5400000">
            <a:off x="17064862" y="2002441"/>
            <a:ext cx="2162388" cy="2676083"/>
          </a:xfrm>
          <a:prstGeom prst="rect">
            <a:avLst/>
          </a:prstGeom>
        </p:spPr>
      </p:pic>
      <p:sp>
        <p:nvSpPr>
          <p:cNvPr id="41" name="Oval 40">
            <a:extLst>
              <a:ext uri="{FF2B5EF4-FFF2-40B4-BE49-F238E27FC236}">
                <a16:creationId xmlns:a16="http://schemas.microsoft.com/office/drawing/2014/main" id="{8F3C9912-FDBE-4F87-BF27-CABA7FD0C9C9}"/>
              </a:ext>
            </a:extLst>
          </p:cNvPr>
          <p:cNvSpPr/>
          <p:nvPr/>
        </p:nvSpPr>
        <p:spPr>
          <a:xfrm>
            <a:off x="5829976" y="263504"/>
            <a:ext cx="6183395" cy="6330991"/>
          </a:xfrm>
          <a:prstGeom prst="ellipse">
            <a:avLst/>
          </a:prstGeom>
          <a:solidFill>
            <a:srgbClr val="414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2" name="Graphic 41" descr="Bullseye with solid fill">
            <a:extLst>
              <a:ext uri="{FF2B5EF4-FFF2-40B4-BE49-F238E27FC236}">
                <a16:creationId xmlns:a16="http://schemas.microsoft.com/office/drawing/2014/main" id="{0B7F4663-07BA-4A84-856F-3CF48EC83CF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530066" y="2558388"/>
            <a:ext cx="1223095" cy="122309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97DCC255-D184-4F33-AFF3-8656E4CE4B29}"/>
              </a:ext>
            </a:extLst>
          </p:cNvPr>
          <p:cNvSpPr txBox="1"/>
          <p:nvPr/>
        </p:nvSpPr>
        <p:spPr>
          <a:xfrm>
            <a:off x="-646467" y="-806164"/>
            <a:ext cx="6984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E1D7C5"/>
                </a:solidFill>
                <a:latin typeface="Arial Black" panose="020B0A04020102020204" pitchFamily="34" charset="0"/>
              </a:rPr>
              <a:t>Our Purpose</a:t>
            </a:r>
            <a:endParaRPr lang="en-GB" sz="3600" b="1" dirty="0">
              <a:solidFill>
                <a:srgbClr val="E1D7C5"/>
              </a:solidFill>
              <a:latin typeface="Arial Black" panose="020B0A040201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4D12FE1-0F44-4F6A-BA93-B3225CF104B8}"/>
              </a:ext>
            </a:extLst>
          </p:cNvPr>
          <p:cNvSpPr txBox="1"/>
          <p:nvPr/>
        </p:nvSpPr>
        <p:spPr>
          <a:xfrm>
            <a:off x="-2767555" y="8600881"/>
            <a:ext cx="36021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purpose of this project is to understand website development by creating a functional travel agency website and preparing proper project documentation</a:t>
            </a:r>
            <a:endParaRPr lang="en-GB" dirty="0">
              <a:solidFill>
                <a:srgbClr val="E1D7C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C832108-04A4-4EB2-9A8F-A00F8E96DBF1}"/>
              </a:ext>
            </a:extLst>
          </p:cNvPr>
          <p:cNvSpPr txBox="1"/>
          <p:nvPr/>
        </p:nvSpPr>
        <p:spPr>
          <a:xfrm>
            <a:off x="5665196" y="1497609"/>
            <a:ext cx="6984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E1D7C5"/>
                </a:solidFill>
                <a:latin typeface="Arial Black" panose="020B0A04020102020204" pitchFamily="34" charset="0"/>
              </a:rPr>
              <a:t>Importance</a:t>
            </a:r>
            <a:endParaRPr lang="en-GB" sz="3600" b="1" dirty="0">
              <a:solidFill>
                <a:srgbClr val="E1D7C5"/>
              </a:solidFill>
              <a:latin typeface="Arial Black" panose="020B0A040201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5C45277-2344-450A-AB8C-6E499F0F3B3D}"/>
              </a:ext>
            </a:extLst>
          </p:cNvPr>
          <p:cNvSpPr txBox="1"/>
          <p:nvPr/>
        </p:nvSpPr>
        <p:spPr>
          <a:xfrm>
            <a:off x="7312362" y="2872501"/>
            <a:ext cx="380105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Provides easy access to travel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Saves time for customers and agencies..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Helps reach more customers online.</a:t>
            </a:r>
          </a:p>
        </p:txBody>
      </p:sp>
      <p:pic>
        <p:nvPicPr>
          <p:cNvPr id="10" name="Graphic 9" descr="Arrow: Counter-clockwise curve with solid fill">
            <a:extLst>
              <a:ext uri="{FF2B5EF4-FFF2-40B4-BE49-F238E27FC236}">
                <a16:creationId xmlns:a16="http://schemas.microsoft.com/office/drawing/2014/main" id="{D3014286-CB45-4351-A88C-6B5EBA5B9DF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3122480">
            <a:off x="5719186" y="2159692"/>
            <a:ext cx="1700651" cy="1700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9377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raphic 37" descr="Earth globe: Americas with solid fill">
            <a:extLst>
              <a:ext uri="{FF2B5EF4-FFF2-40B4-BE49-F238E27FC236}">
                <a16:creationId xmlns:a16="http://schemas.microsoft.com/office/drawing/2014/main" id="{F83DA2C4-C351-4576-9E56-C11C424A4B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-4496951" y="-4164215"/>
            <a:ext cx="3192788" cy="31927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57ABEC-4065-4F04-8FB3-0352F333982C}"/>
              </a:ext>
            </a:extLst>
          </p:cNvPr>
          <p:cNvSpPr txBox="1"/>
          <p:nvPr/>
        </p:nvSpPr>
        <p:spPr>
          <a:xfrm>
            <a:off x="-6515100" y="553737"/>
            <a:ext cx="69848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E1D7C5"/>
                </a:solidFill>
                <a:latin typeface="Arial Black" panose="020B0A04020102020204" pitchFamily="34" charset="0"/>
              </a:rPr>
              <a:t>Dream Travels</a:t>
            </a:r>
            <a:endParaRPr lang="en-GB" sz="4400" b="1" dirty="0">
              <a:solidFill>
                <a:srgbClr val="E1D7C5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9800B9-143B-4631-845E-28A1C3588F98}"/>
              </a:ext>
            </a:extLst>
          </p:cNvPr>
          <p:cNvSpPr txBox="1"/>
          <p:nvPr/>
        </p:nvSpPr>
        <p:spPr>
          <a:xfrm>
            <a:off x="-6209323" y="2099366"/>
            <a:ext cx="47982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Course: </a:t>
            </a: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AICT-Lab</a:t>
            </a:r>
          </a:p>
          <a:p>
            <a:r>
              <a:rPr lang="en-US" sz="2800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Instructor: </a:t>
            </a: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Ms.Ramsha Khalid</a:t>
            </a:r>
            <a:endParaRPr lang="en-GB" sz="2800" dirty="0">
              <a:solidFill>
                <a:srgbClr val="E1D7C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01DA16-E8D5-471E-B6F9-6A9C91C2B8AB}"/>
              </a:ext>
            </a:extLst>
          </p:cNvPr>
          <p:cNvSpPr txBox="1"/>
          <p:nvPr/>
        </p:nvSpPr>
        <p:spPr>
          <a:xfrm>
            <a:off x="-6209323" y="3270301"/>
            <a:ext cx="479823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Anass Shafi Shahid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M.Salahuddin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M.Ali Amir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M.Amar Rasheed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M.Uzair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000" dirty="0">
              <a:solidFill>
                <a:srgbClr val="E1D7C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Graphic 3" descr="Questions with solid fill">
            <a:extLst>
              <a:ext uri="{FF2B5EF4-FFF2-40B4-BE49-F238E27FC236}">
                <a16:creationId xmlns:a16="http://schemas.microsoft.com/office/drawing/2014/main" id="{864E61AF-A20F-4F37-89EF-AA1768D490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6209323" y="6304263"/>
            <a:ext cx="2640702" cy="2640702"/>
          </a:xfrm>
          <a:prstGeom prst="rect">
            <a:avLst/>
          </a:prstGeom>
        </p:spPr>
      </p:pic>
      <p:pic>
        <p:nvPicPr>
          <p:cNvPr id="7" name="Graphic 6" descr="Question mark with solid fill">
            <a:extLst>
              <a:ext uri="{FF2B5EF4-FFF2-40B4-BE49-F238E27FC236}">
                <a16:creationId xmlns:a16="http://schemas.microsoft.com/office/drawing/2014/main" id="{F3362DC7-5ABC-4304-94F7-46A64C21E8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280698" y="-578457"/>
            <a:ext cx="2676083" cy="2676083"/>
          </a:xfrm>
          <a:prstGeom prst="rect">
            <a:avLst/>
          </a:prstGeom>
        </p:spPr>
      </p:pic>
      <p:pic>
        <p:nvPicPr>
          <p:cNvPr id="9" name="Graphic 8" descr="Thought bubble with solid fill">
            <a:extLst>
              <a:ext uri="{FF2B5EF4-FFF2-40B4-BE49-F238E27FC236}">
                <a16:creationId xmlns:a16="http://schemas.microsoft.com/office/drawing/2014/main" id="{14742825-7A05-40F5-971C-03C8E255DA8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740790" y="5196267"/>
            <a:ext cx="2215991" cy="2215991"/>
          </a:xfrm>
          <a:prstGeom prst="rect">
            <a:avLst/>
          </a:prstGeom>
        </p:spPr>
      </p:pic>
      <p:pic>
        <p:nvPicPr>
          <p:cNvPr id="11" name="Graphic 10" descr="Classroom with solid fill">
            <a:extLst>
              <a:ext uri="{FF2B5EF4-FFF2-40B4-BE49-F238E27FC236}">
                <a16:creationId xmlns:a16="http://schemas.microsoft.com/office/drawing/2014/main" id="{3ABB7409-DB74-425B-947A-7ABB0317AAC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521025" y="-2102072"/>
            <a:ext cx="1987685" cy="198768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E3FB4BE-5E48-41D9-8CC6-DE2B1A03C00B}"/>
              </a:ext>
            </a:extLst>
          </p:cNvPr>
          <p:cNvSpPr txBox="1"/>
          <p:nvPr/>
        </p:nvSpPr>
        <p:spPr>
          <a:xfrm>
            <a:off x="4069487" y="8021635"/>
            <a:ext cx="40530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travel agency helps customers plan and arrange trips by providing travel and booking services</a:t>
            </a:r>
            <a:endParaRPr lang="en-GB" dirty="0">
              <a:solidFill>
                <a:srgbClr val="E1D7C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119D76-1F3B-41F9-BE2F-1DCAD92FF9E2}"/>
              </a:ext>
            </a:extLst>
          </p:cNvPr>
          <p:cNvSpPr txBox="1"/>
          <p:nvPr/>
        </p:nvSpPr>
        <p:spPr>
          <a:xfrm>
            <a:off x="3663086" y="-2198546"/>
            <a:ext cx="69848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E1D7C5"/>
                </a:solidFill>
                <a:latin typeface="Arial Black" panose="020B0A04020102020204" pitchFamily="34" charset="0"/>
              </a:rPr>
              <a:t>INTRODUCTION</a:t>
            </a:r>
            <a:endParaRPr lang="en-GB" sz="4400" b="1" dirty="0">
              <a:solidFill>
                <a:srgbClr val="E1D7C5"/>
              </a:solidFill>
              <a:latin typeface="Arial Black" panose="020B0A04020102020204" pitchFamily="34" charset="0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6829CF8C-7603-4A51-B4E0-3237FEB1017D}"/>
              </a:ext>
            </a:extLst>
          </p:cNvPr>
          <p:cNvSpPr/>
          <p:nvPr/>
        </p:nvSpPr>
        <p:spPr>
          <a:xfrm rot="16200000">
            <a:off x="11754475" y="7478513"/>
            <a:ext cx="811" cy="1375"/>
          </a:xfrm>
          <a:custGeom>
            <a:avLst/>
            <a:gdLst>
              <a:gd name="connsiteX0" fmla="*/ 811 w 811"/>
              <a:gd name="connsiteY0" fmla="*/ 1375 h 1375"/>
              <a:gd name="connsiteX1" fmla="*/ 0 w 811"/>
              <a:gd name="connsiteY1" fmla="*/ 1375 h 1375"/>
              <a:gd name="connsiteX2" fmla="*/ 0 w 811"/>
              <a:gd name="connsiteY2" fmla="*/ 0 h 1375"/>
              <a:gd name="connsiteX3" fmla="*/ 811 w 811"/>
              <a:gd name="connsiteY3" fmla="*/ 1375 h 1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1" h="1375">
                <a:moveTo>
                  <a:pt x="811" y="1375"/>
                </a:moveTo>
                <a:lnTo>
                  <a:pt x="0" y="1375"/>
                </a:lnTo>
                <a:lnTo>
                  <a:pt x="0" y="0"/>
                </a:lnTo>
                <a:lnTo>
                  <a:pt x="811" y="1375"/>
                </a:lnTo>
                <a:close/>
              </a:path>
            </a:pathLst>
          </a:custGeom>
          <a:solidFill>
            <a:srgbClr val="1F49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F3C9912-FDBE-4F87-BF27-CABA7FD0C9C9}"/>
              </a:ext>
            </a:extLst>
          </p:cNvPr>
          <p:cNvSpPr/>
          <p:nvPr/>
        </p:nvSpPr>
        <p:spPr>
          <a:xfrm>
            <a:off x="15683526" y="-4776037"/>
            <a:ext cx="4188331" cy="4514446"/>
          </a:xfrm>
          <a:prstGeom prst="ellipse">
            <a:avLst/>
          </a:prstGeom>
          <a:solidFill>
            <a:srgbClr val="414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2" name="Graphic 41" descr="Bullseye with solid fill">
            <a:extLst>
              <a:ext uri="{FF2B5EF4-FFF2-40B4-BE49-F238E27FC236}">
                <a16:creationId xmlns:a16="http://schemas.microsoft.com/office/drawing/2014/main" id="{0B7F4663-07BA-4A84-856F-3CF48EC83CF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1869562" y="-926319"/>
            <a:ext cx="1223095" cy="122309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97DCC255-D184-4F33-AFF3-8656E4CE4B29}"/>
              </a:ext>
            </a:extLst>
          </p:cNvPr>
          <p:cNvSpPr txBox="1"/>
          <p:nvPr/>
        </p:nvSpPr>
        <p:spPr>
          <a:xfrm>
            <a:off x="-646467" y="-806164"/>
            <a:ext cx="6984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E1D7C5"/>
                </a:solidFill>
                <a:latin typeface="Arial Black" panose="020B0A04020102020204" pitchFamily="34" charset="0"/>
              </a:rPr>
              <a:t> Purpose</a:t>
            </a:r>
            <a:endParaRPr lang="en-GB" sz="3600" b="1" dirty="0">
              <a:solidFill>
                <a:srgbClr val="E1D7C5"/>
              </a:solidFill>
              <a:latin typeface="Arial Black" panose="020B0A040201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4D12FE1-0F44-4F6A-BA93-B3225CF104B8}"/>
              </a:ext>
            </a:extLst>
          </p:cNvPr>
          <p:cNvSpPr txBox="1"/>
          <p:nvPr/>
        </p:nvSpPr>
        <p:spPr>
          <a:xfrm>
            <a:off x="-2767555" y="8600881"/>
            <a:ext cx="36021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purpose of this project is to understand website development by creating a functional travel agency website and preparing proper project documentation</a:t>
            </a:r>
            <a:endParaRPr lang="en-GB" dirty="0">
              <a:solidFill>
                <a:srgbClr val="E1D7C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C832108-04A4-4EB2-9A8F-A00F8E96DBF1}"/>
              </a:ext>
            </a:extLst>
          </p:cNvPr>
          <p:cNvSpPr txBox="1"/>
          <p:nvPr/>
        </p:nvSpPr>
        <p:spPr>
          <a:xfrm>
            <a:off x="5042626" y="-1129330"/>
            <a:ext cx="6984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E1D7C5"/>
                </a:solidFill>
                <a:latin typeface="Arial Black" panose="020B0A04020102020204" pitchFamily="34" charset="0"/>
              </a:rPr>
              <a:t>Importance</a:t>
            </a:r>
            <a:endParaRPr lang="en-GB" sz="3600" b="1" dirty="0">
              <a:solidFill>
                <a:srgbClr val="E1D7C5"/>
              </a:solidFill>
              <a:latin typeface="Arial Black" panose="020B0A040201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5C45277-2344-450A-AB8C-6E499F0F3B3D}"/>
              </a:ext>
            </a:extLst>
          </p:cNvPr>
          <p:cNvSpPr txBox="1"/>
          <p:nvPr/>
        </p:nvSpPr>
        <p:spPr>
          <a:xfrm>
            <a:off x="12608184" y="6601631"/>
            <a:ext cx="380105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Provides easy access to travel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Saves time for customers and agencies..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Helps reach more customers online.</a:t>
            </a:r>
          </a:p>
        </p:txBody>
      </p:sp>
      <p:pic>
        <p:nvPicPr>
          <p:cNvPr id="10" name="Graphic 9" descr="Arrow: Counter-clockwise curve with solid fill">
            <a:extLst>
              <a:ext uri="{FF2B5EF4-FFF2-40B4-BE49-F238E27FC236}">
                <a16:creationId xmlns:a16="http://schemas.microsoft.com/office/drawing/2014/main" id="{D3014286-CB45-4351-A88C-6B5EBA5B9DF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3122480">
            <a:off x="8878184" y="-2952398"/>
            <a:ext cx="1700651" cy="1700651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B72C52E0-80D8-451B-836B-70FC116CC07E}"/>
              </a:ext>
            </a:extLst>
          </p:cNvPr>
          <p:cNvGrpSpPr/>
          <p:nvPr/>
        </p:nvGrpSpPr>
        <p:grpSpPr>
          <a:xfrm>
            <a:off x="1804325" y="1827274"/>
            <a:ext cx="2026988" cy="2452398"/>
            <a:chOff x="1139442" y="1768126"/>
            <a:chExt cx="2026988" cy="2452398"/>
          </a:xfrm>
        </p:grpSpPr>
        <p:pic>
          <p:nvPicPr>
            <p:cNvPr id="21" name="Graphic 20" descr="Users with solid fill">
              <a:extLst>
                <a:ext uri="{FF2B5EF4-FFF2-40B4-BE49-F238E27FC236}">
                  <a16:creationId xmlns:a16="http://schemas.microsoft.com/office/drawing/2014/main" id="{65BFD651-8A04-4745-B1A0-AE8429B7F4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513266" y="1768126"/>
              <a:ext cx="1653164" cy="1974182"/>
            </a:xfrm>
            <a:prstGeom prst="rect">
              <a:avLst/>
            </a:prstGeom>
          </p:spPr>
        </p:pic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CBD93B1-9CA1-40F7-B960-5D83FF373E0D}"/>
                </a:ext>
              </a:extLst>
            </p:cNvPr>
            <p:cNvSpPr/>
            <p:nvPr/>
          </p:nvSpPr>
          <p:spPr>
            <a:xfrm>
              <a:off x="1139442" y="3202773"/>
              <a:ext cx="2026988" cy="1017751"/>
            </a:xfrm>
            <a:custGeom>
              <a:avLst/>
              <a:gdLst>
                <a:gd name="connsiteX0" fmla="*/ 1121170 w 1121170"/>
                <a:gd name="connsiteY0" fmla="*/ 50962 h 471401"/>
                <a:gd name="connsiteX1" fmla="*/ 1070208 w 1121170"/>
                <a:gd name="connsiteY1" fmla="*/ 0 h 471401"/>
                <a:gd name="connsiteX2" fmla="*/ 1043453 w 1121170"/>
                <a:gd name="connsiteY2" fmla="*/ 7644 h 471401"/>
                <a:gd name="connsiteX3" fmla="*/ 825589 w 1121170"/>
                <a:gd name="connsiteY3" fmla="*/ 132502 h 471401"/>
                <a:gd name="connsiteX4" fmla="*/ 825589 w 1121170"/>
                <a:gd name="connsiteY4" fmla="*/ 175820 h 471401"/>
                <a:gd name="connsiteX5" fmla="*/ 722391 w 1121170"/>
                <a:gd name="connsiteY5" fmla="*/ 254811 h 471401"/>
                <a:gd name="connsiteX6" fmla="*/ 496882 w 1121170"/>
                <a:gd name="connsiteY6" fmla="*/ 254811 h 471401"/>
                <a:gd name="connsiteX7" fmla="*/ 496882 w 1121170"/>
                <a:gd name="connsiteY7" fmla="*/ 203849 h 471401"/>
                <a:gd name="connsiteX8" fmla="*/ 726213 w 1121170"/>
                <a:gd name="connsiteY8" fmla="*/ 203849 h 471401"/>
                <a:gd name="connsiteX9" fmla="*/ 777175 w 1121170"/>
                <a:gd name="connsiteY9" fmla="*/ 152887 h 471401"/>
                <a:gd name="connsiteX10" fmla="*/ 726213 w 1121170"/>
                <a:gd name="connsiteY10" fmla="*/ 101925 h 471401"/>
                <a:gd name="connsiteX11" fmla="*/ 420439 w 1121170"/>
                <a:gd name="connsiteY11" fmla="*/ 101925 h 471401"/>
                <a:gd name="connsiteX12" fmla="*/ 360558 w 1121170"/>
                <a:gd name="connsiteY12" fmla="*/ 118487 h 471401"/>
                <a:gd name="connsiteX13" fmla="*/ 0 w 1121170"/>
                <a:gd name="connsiteY13" fmla="*/ 293033 h 471401"/>
                <a:gd name="connsiteX14" fmla="*/ 178368 w 1121170"/>
                <a:gd name="connsiteY14" fmla="*/ 471401 h 471401"/>
                <a:gd name="connsiteX15" fmla="*/ 484142 w 1121170"/>
                <a:gd name="connsiteY15" fmla="*/ 356736 h 471401"/>
                <a:gd name="connsiteX16" fmla="*/ 722391 w 1121170"/>
                <a:gd name="connsiteY16" fmla="*/ 356736 h 471401"/>
                <a:gd name="connsiteX17" fmla="*/ 752968 w 1121170"/>
                <a:gd name="connsiteY17" fmla="*/ 346544 h 471401"/>
                <a:gd name="connsiteX18" fmla="*/ 1103334 w 1121170"/>
                <a:gd name="connsiteY18" fmla="*/ 90458 h 471401"/>
                <a:gd name="connsiteX19" fmla="*/ 1121170 w 1121170"/>
                <a:gd name="connsiteY19" fmla="*/ 50962 h 471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21170" h="471401">
                  <a:moveTo>
                    <a:pt x="1121170" y="50962"/>
                  </a:moveTo>
                  <a:cubicBezTo>
                    <a:pt x="1121170" y="22933"/>
                    <a:pt x="1098237" y="0"/>
                    <a:pt x="1070208" y="0"/>
                  </a:cubicBezTo>
                  <a:cubicBezTo>
                    <a:pt x="1060016" y="0"/>
                    <a:pt x="1051097" y="2548"/>
                    <a:pt x="1043453" y="7644"/>
                  </a:cubicBezTo>
                  <a:lnTo>
                    <a:pt x="825589" y="132502"/>
                  </a:lnTo>
                  <a:cubicBezTo>
                    <a:pt x="828137" y="146517"/>
                    <a:pt x="828137" y="160531"/>
                    <a:pt x="825589" y="175820"/>
                  </a:cubicBezTo>
                  <a:cubicBezTo>
                    <a:pt x="815397" y="222960"/>
                    <a:pt x="770805" y="254811"/>
                    <a:pt x="722391" y="254811"/>
                  </a:cubicBezTo>
                  <a:lnTo>
                    <a:pt x="496882" y="254811"/>
                  </a:lnTo>
                  <a:lnTo>
                    <a:pt x="496882" y="203849"/>
                  </a:lnTo>
                  <a:lnTo>
                    <a:pt x="726213" y="203849"/>
                  </a:lnTo>
                  <a:cubicBezTo>
                    <a:pt x="754242" y="203849"/>
                    <a:pt x="777175" y="180916"/>
                    <a:pt x="777175" y="152887"/>
                  </a:cubicBezTo>
                  <a:cubicBezTo>
                    <a:pt x="777175" y="124858"/>
                    <a:pt x="754242" y="101925"/>
                    <a:pt x="726213" y="101925"/>
                  </a:cubicBezTo>
                  <a:cubicBezTo>
                    <a:pt x="726213" y="101925"/>
                    <a:pt x="422987" y="101925"/>
                    <a:pt x="420439" y="101925"/>
                  </a:cubicBezTo>
                  <a:cubicBezTo>
                    <a:pt x="398780" y="101925"/>
                    <a:pt x="378395" y="108295"/>
                    <a:pt x="360558" y="118487"/>
                  </a:cubicBezTo>
                  <a:lnTo>
                    <a:pt x="0" y="293033"/>
                  </a:lnTo>
                  <a:lnTo>
                    <a:pt x="178368" y="471401"/>
                  </a:lnTo>
                  <a:cubicBezTo>
                    <a:pt x="261182" y="388587"/>
                    <a:pt x="368203" y="356736"/>
                    <a:pt x="484142" y="356736"/>
                  </a:cubicBezTo>
                  <a:lnTo>
                    <a:pt x="722391" y="356736"/>
                  </a:lnTo>
                  <a:cubicBezTo>
                    <a:pt x="733857" y="356736"/>
                    <a:pt x="744050" y="352914"/>
                    <a:pt x="752968" y="346544"/>
                  </a:cubicBezTo>
                  <a:lnTo>
                    <a:pt x="1103334" y="90458"/>
                  </a:lnTo>
                  <a:cubicBezTo>
                    <a:pt x="1113526" y="80266"/>
                    <a:pt x="1121170" y="66251"/>
                    <a:pt x="1121170" y="50962"/>
                  </a:cubicBezTo>
                  <a:close/>
                </a:path>
              </a:pathLst>
            </a:custGeom>
            <a:solidFill>
              <a:srgbClr val="E1D7C5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5AC3C00-7909-422C-8FE7-F4C1E160D8C4}"/>
              </a:ext>
            </a:extLst>
          </p:cNvPr>
          <p:cNvSpPr txBox="1"/>
          <p:nvPr/>
        </p:nvSpPr>
        <p:spPr>
          <a:xfrm>
            <a:off x="2459248" y="572106"/>
            <a:ext cx="6984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E1D7C5"/>
                </a:solidFill>
                <a:latin typeface="Arial Black" panose="020B0A04020102020204" pitchFamily="34" charset="0"/>
              </a:rPr>
              <a:t> Traditional problem</a:t>
            </a:r>
            <a:endParaRPr lang="en-GB" sz="3600" b="1" dirty="0">
              <a:solidFill>
                <a:srgbClr val="E1D7C5"/>
              </a:solidFill>
              <a:latin typeface="Arial Black" panose="020B0A040201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B0A0B59-5F84-4D86-9074-81A666929059}"/>
              </a:ext>
            </a:extLst>
          </p:cNvPr>
          <p:cNvSpPr txBox="1"/>
          <p:nvPr/>
        </p:nvSpPr>
        <p:spPr>
          <a:xfrm>
            <a:off x="4560752" y="2588393"/>
            <a:ext cx="380105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Traditional travel agencies rely on manual inquiries and bookings.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Customers must visit offices or make phone calls for information.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Limited working hours reduce customer convenience.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E1D7C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A39A5E2-C7FD-42F3-8EBF-D23364F2BD2A}"/>
              </a:ext>
            </a:extLst>
          </p:cNvPr>
          <p:cNvGrpSpPr/>
          <p:nvPr/>
        </p:nvGrpSpPr>
        <p:grpSpPr>
          <a:xfrm>
            <a:off x="-2903935" y="1433533"/>
            <a:ext cx="13825917" cy="4760374"/>
            <a:chOff x="-2912037" y="1459645"/>
            <a:chExt cx="13825917" cy="4760374"/>
          </a:xfrm>
        </p:grpSpPr>
        <p:pic>
          <p:nvPicPr>
            <p:cNvPr id="20" name="Graphic 19" descr="Airplane with solid fill">
              <a:extLst>
                <a:ext uri="{FF2B5EF4-FFF2-40B4-BE49-F238E27FC236}">
                  <a16:creationId xmlns:a16="http://schemas.microsoft.com/office/drawing/2014/main" id="{2774F201-8732-4135-952E-5EDCA22FAD7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 rot="16200000">
              <a:off x="-2729457" y="2537682"/>
              <a:ext cx="2162388" cy="2527548"/>
            </a:xfrm>
            <a:prstGeom prst="rect">
              <a:avLst/>
            </a:prstGeom>
          </p:spPr>
        </p:pic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E70CCAA-506F-4720-B83B-4624A0A7268C}"/>
                </a:ext>
              </a:extLst>
            </p:cNvPr>
            <p:cNvSpPr/>
            <p:nvPr/>
          </p:nvSpPr>
          <p:spPr>
            <a:xfrm rot="10800000">
              <a:off x="469724" y="1459645"/>
              <a:ext cx="10444156" cy="4760374"/>
            </a:xfrm>
            <a:custGeom>
              <a:avLst/>
              <a:gdLst>
                <a:gd name="connsiteX0" fmla="*/ 10444156 w 10444156"/>
                <a:gd name="connsiteY0" fmla="*/ 2375780 h 4760374"/>
                <a:gd name="connsiteX1" fmla="*/ 8434720 w 10444156"/>
                <a:gd name="connsiteY1" fmla="*/ 4733742 h 4760374"/>
                <a:gd name="connsiteX2" fmla="*/ 8434720 w 10444156"/>
                <a:gd name="connsiteY2" fmla="*/ 4760374 h 4760374"/>
                <a:gd name="connsiteX3" fmla="*/ 12295 w 10444156"/>
                <a:gd name="connsiteY3" fmla="*/ 4760374 h 4760374"/>
                <a:gd name="connsiteX4" fmla="*/ 12295 w 10444156"/>
                <a:gd name="connsiteY4" fmla="*/ 4733744 h 4760374"/>
                <a:gd name="connsiteX5" fmla="*/ 1751613 w 10444156"/>
                <a:gd name="connsiteY5" fmla="*/ 2375782 h 4760374"/>
                <a:gd name="connsiteX6" fmla="*/ 12296 w 10444156"/>
                <a:gd name="connsiteY6" fmla="*/ 17820 h 4760374"/>
                <a:gd name="connsiteX7" fmla="*/ 12296 w 10444156"/>
                <a:gd name="connsiteY7" fmla="*/ 1152 h 4760374"/>
                <a:gd name="connsiteX8" fmla="*/ 1 w 10444156"/>
                <a:gd name="connsiteY8" fmla="*/ 1152 h 4760374"/>
                <a:gd name="connsiteX9" fmla="*/ 0 w 10444156"/>
                <a:gd name="connsiteY9" fmla="*/ 1150 h 4760374"/>
                <a:gd name="connsiteX10" fmla="*/ 8419535 w 10444156"/>
                <a:gd name="connsiteY10" fmla="*/ 1150 h 4760374"/>
                <a:gd name="connsiteX11" fmla="*/ 8419535 w 10444156"/>
                <a:gd name="connsiteY11" fmla="*/ 0 h 4760374"/>
                <a:gd name="connsiteX12" fmla="*/ 8420515 w 10444156"/>
                <a:gd name="connsiteY12" fmla="*/ 1150 h 4760374"/>
                <a:gd name="connsiteX13" fmla="*/ 8434720 w 10444156"/>
                <a:gd name="connsiteY13" fmla="*/ 1150 h 4760374"/>
                <a:gd name="connsiteX14" fmla="*/ 8434720 w 10444156"/>
                <a:gd name="connsiteY14" fmla="*/ 17818 h 4760374"/>
                <a:gd name="connsiteX15" fmla="*/ 10444156 w 10444156"/>
                <a:gd name="connsiteY15" fmla="*/ 2375780 h 4760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444156" h="4760374">
                  <a:moveTo>
                    <a:pt x="10444156" y="2375780"/>
                  </a:moveTo>
                  <a:lnTo>
                    <a:pt x="8434720" y="4733742"/>
                  </a:lnTo>
                  <a:lnTo>
                    <a:pt x="8434720" y="4760374"/>
                  </a:lnTo>
                  <a:lnTo>
                    <a:pt x="12295" y="4760374"/>
                  </a:lnTo>
                  <a:lnTo>
                    <a:pt x="12295" y="4733744"/>
                  </a:lnTo>
                  <a:lnTo>
                    <a:pt x="1751613" y="2375782"/>
                  </a:lnTo>
                  <a:lnTo>
                    <a:pt x="12296" y="17820"/>
                  </a:lnTo>
                  <a:lnTo>
                    <a:pt x="12296" y="1152"/>
                  </a:lnTo>
                  <a:lnTo>
                    <a:pt x="1" y="1152"/>
                  </a:lnTo>
                  <a:lnTo>
                    <a:pt x="0" y="1150"/>
                  </a:lnTo>
                  <a:lnTo>
                    <a:pt x="8419535" y="1150"/>
                  </a:lnTo>
                  <a:lnTo>
                    <a:pt x="8419535" y="0"/>
                  </a:lnTo>
                  <a:lnTo>
                    <a:pt x="8420515" y="1150"/>
                  </a:lnTo>
                  <a:lnTo>
                    <a:pt x="8434720" y="1150"/>
                  </a:lnTo>
                  <a:lnTo>
                    <a:pt x="8434720" y="17818"/>
                  </a:lnTo>
                  <a:lnTo>
                    <a:pt x="10444156" y="2375780"/>
                  </a:lnTo>
                  <a:close/>
                </a:path>
              </a:pathLst>
            </a:custGeom>
            <a:solidFill>
              <a:srgbClr val="41414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 dirty="0"/>
            </a:p>
          </p:txBody>
        </p:sp>
      </p:grp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1062F157-955D-4960-B4C5-1301597F7EC3}"/>
              </a:ext>
            </a:extLst>
          </p:cNvPr>
          <p:cNvSpPr/>
          <p:nvPr/>
        </p:nvSpPr>
        <p:spPr>
          <a:xfrm rot="16200000">
            <a:off x="25188177" y="-7010845"/>
            <a:ext cx="848" cy="1150"/>
          </a:xfrm>
          <a:custGeom>
            <a:avLst/>
            <a:gdLst>
              <a:gd name="connsiteX0" fmla="*/ 848 w 848"/>
              <a:gd name="connsiteY0" fmla="*/ 1150 h 1150"/>
              <a:gd name="connsiteX1" fmla="*/ 0 w 848"/>
              <a:gd name="connsiteY1" fmla="*/ 1150 h 1150"/>
              <a:gd name="connsiteX2" fmla="*/ 0 w 848"/>
              <a:gd name="connsiteY2" fmla="*/ 0 h 1150"/>
              <a:gd name="connsiteX3" fmla="*/ 848 w 848"/>
              <a:gd name="connsiteY3" fmla="*/ 1150 h 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8" h="1150">
                <a:moveTo>
                  <a:pt x="848" y="1150"/>
                </a:moveTo>
                <a:lnTo>
                  <a:pt x="0" y="1150"/>
                </a:lnTo>
                <a:lnTo>
                  <a:pt x="0" y="0"/>
                </a:lnTo>
                <a:lnTo>
                  <a:pt x="848" y="1150"/>
                </a:lnTo>
                <a:close/>
              </a:path>
            </a:pathLst>
          </a:custGeom>
          <a:solidFill>
            <a:srgbClr val="414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675DC4D6-FF04-470F-AD2A-C745E68BC2E3}"/>
              </a:ext>
            </a:extLst>
          </p:cNvPr>
          <p:cNvSpPr/>
          <p:nvPr/>
        </p:nvSpPr>
        <p:spPr>
          <a:xfrm rot="16200000">
            <a:off x="25203823" y="-6115707"/>
            <a:ext cx="35483" cy="64772"/>
          </a:xfrm>
          <a:custGeom>
            <a:avLst/>
            <a:gdLst>
              <a:gd name="connsiteX0" fmla="*/ 35483 w 35483"/>
              <a:gd name="connsiteY0" fmla="*/ 0 h 64772"/>
              <a:gd name="connsiteX1" fmla="*/ 35483 w 35483"/>
              <a:gd name="connsiteY1" fmla="*/ 64772 h 64772"/>
              <a:gd name="connsiteX2" fmla="*/ 0 w 35483"/>
              <a:gd name="connsiteY2" fmla="*/ 16668 h 64772"/>
              <a:gd name="connsiteX3" fmla="*/ 0 w 35483"/>
              <a:gd name="connsiteY3" fmla="*/ 0 h 64772"/>
              <a:gd name="connsiteX4" fmla="*/ 35483 w 35483"/>
              <a:gd name="connsiteY4" fmla="*/ 0 h 6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483" h="64772">
                <a:moveTo>
                  <a:pt x="35483" y="0"/>
                </a:moveTo>
                <a:lnTo>
                  <a:pt x="35483" y="64772"/>
                </a:lnTo>
                <a:lnTo>
                  <a:pt x="0" y="16668"/>
                </a:lnTo>
                <a:lnTo>
                  <a:pt x="0" y="0"/>
                </a:lnTo>
                <a:lnTo>
                  <a:pt x="35483" y="0"/>
                </a:lnTo>
                <a:close/>
              </a:path>
            </a:pathLst>
          </a:custGeom>
          <a:solidFill>
            <a:srgbClr val="414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3B37F820-75F5-4A41-BD80-AD0BF3A61F3C}"/>
              </a:ext>
            </a:extLst>
          </p:cNvPr>
          <p:cNvSpPr/>
          <p:nvPr/>
        </p:nvSpPr>
        <p:spPr>
          <a:xfrm rot="16200000">
            <a:off x="29893291" y="-6120687"/>
            <a:ext cx="35484" cy="74734"/>
          </a:xfrm>
          <a:custGeom>
            <a:avLst/>
            <a:gdLst>
              <a:gd name="connsiteX0" fmla="*/ 35484 w 35484"/>
              <a:gd name="connsiteY0" fmla="*/ 0 h 74734"/>
              <a:gd name="connsiteX1" fmla="*/ 35484 w 35484"/>
              <a:gd name="connsiteY1" fmla="*/ 74734 h 74734"/>
              <a:gd name="connsiteX2" fmla="*/ 0 w 35484"/>
              <a:gd name="connsiteY2" fmla="*/ 74734 h 74734"/>
              <a:gd name="connsiteX3" fmla="*/ 0 w 35484"/>
              <a:gd name="connsiteY3" fmla="*/ 48104 h 74734"/>
              <a:gd name="connsiteX4" fmla="*/ 35484 w 35484"/>
              <a:gd name="connsiteY4" fmla="*/ 0 h 74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484" h="74734">
                <a:moveTo>
                  <a:pt x="35484" y="0"/>
                </a:moveTo>
                <a:lnTo>
                  <a:pt x="35484" y="74734"/>
                </a:lnTo>
                <a:lnTo>
                  <a:pt x="0" y="74734"/>
                </a:lnTo>
                <a:lnTo>
                  <a:pt x="0" y="48104"/>
                </a:lnTo>
                <a:lnTo>
                  <a:pt x="35484" y="0"/>
                </a:lnTo>
                <a:close/>
              </a:path>
            </a:pathLst>
          </a:custGeom>
          <a:solidFill>
            <a:srgbClr val="414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6F4E208-14E0-4469-AF19-D77D28112706}"/>
              </a:ext>
            </a:extLst>
          </p:cNvPr>
          <p:cNvGrpSpPr/>
          <p:nvPr/>
        </p:nvGrpSpPr>
        <p:grpSpPr>
          <a:xfrm>
            <a:off x="6908847" y="2376445"/>
            <a:ext cx="2026988" cy="2001851"/>
            <a:chOff x="8535037" y="1771117"/>
            <a:chExt cx="2026988" cy="2001851"/>
          </a:xfrm>
        </p:grpSpPr>
        <p:pic>
          <p:nvPicPr>
            <p:cNvPr id="25" name="Graphic 24" descr="Lightbulb and gear with solid fill">
              <a:extLst>
                <a:ext uri="{FF2B5EF4-FFF2-40B4-BE49-F238E27FC236}">
                  <a16:creationId xmlns:a16="http://schemas.microsoft.com/office/drawing/2014/main" id="{E29F2F84-A078-4B74-BA5F-363E4B70F4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311187" y="1771117"/>
              <a:ext cx="1131305" cy="1131305"/>
            </a:xfrm>
            <a:prstGeom prst="rect">
              <a:avLst/>
            </a:prstGeom>
          </p:spPr>
        </p:pic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47A12BF-F6A0-4D10-95C8-06C804943C28}"/>
                </a:ext>
              </a:extLst>
            </p:cNvPr>
            <p:cNvSpPr/>
            <p:nvPr/>
          </p:nvSpPr>
          <p:spPr>
            <a:xfrm>
              <a:off x="8535037" y="2755217"/>
              <a:ext cx="2026988" cy="1017751"/>
            </a:xfrm>
            <a:custGeom>
              <a:avLst/>
              <a:gdLst>
                <a:gd name="connsiteX0" fmla="*/ 1121170 w 1121170"/>
                <a:gd name="connsiteY0" fmla="*/ 50962 h 471401"/>
                <a:gd name="connsiteX1" fmla="*/ 1070208 w 1121170"/>
                <a:gd name="connsiteY1" fmla="*/ 0 h 471401"/>
                <a:gd name="connsiteX2" fmla="*/ 1043453 w 1121170"/>
                <a:gd name="connsiteY2" fmla="*/ 7644 h 471401"/>
                <a:gd name="connsiteX3" fmla="*/ 825589 w 1121170"/>
                <a:gd name="connsiteY3" fmla="*/ 132502 h 471401"/>
                <a:gd name="connsiteX4" fmla="*/ 825589 w 1121170"/>
                <a:gd name="connsiteY4" fmla="*/ 175820 h 471401"/>
                <a:gd name="connsiteX5" fmla="*/ 722391 w 1121170"/>
                <a:gd name="connsiteY5" fmla="*/ 254811 h 471401"/>
                <a:gd name="connsiteX6" fmla="*/ 496882 w 1121170"/>
                <a:gd name="connsiteY6" fmla="*/ 254811 h 471401"/>
                <a:gd name="connsiteX7" fmla="*/ 496882 w 1121170"/>
                <a:gd name="connsiteY7" fmla="*/ 203849 h 471401"/>
                <a:gd name="connsiteX8" fmla="*/ 726213 w 1121170"/>
                <a:gd name="connsiteY8" fmla="*/ 203849 h 471401"/>
                <a:gd name="connsiteX9" fmla="*/ 777175 w 1121170"/>
                <a:gd name="connsiteY9" fmla="*/ 152887 h 471401"/>
                <a:gd name="connsiteX10" fmla="*/ 726213 w 1121170"/>
                <a:gd name="connsiteY10" fmla="*/ 101925 h 471401"/>
                <a:gd name="connsiteX11" fmla="*/ 420439 w 1121170"/>
                <a:gd name="connsiteY11" fmla="*/ 101925 h 471401"/>
                <a:gd name="connsiteX12" fmla="*/ 360558 w 1121170"/>
                <a:gd name="connsiteY12" fmla="*/ 118487 h 471401"/>
                <a:gd name="connsiteX13" fmla="*/ 0 w 1121170"/>
                <a:gd name="connsiteY13" fmla="*/ 293033 h 471401"/>
                <a:gd name="connsiteX14" fmla="*/ 178368 w 1121170"/>
                <a:gd name="connsiteY14" fmla="*/ 471401 h 471401"/>
                <a:gd name="connsiteX15" fmla="*/ 484142 w 1121170"/>
                <a:gd name="connsiteY15" fmla="*/ 356736 h 471401"/>
                <a:gd name="connsiteX16" fmla="*/ 722391 w 1121170"/>
                <a:gd name="connsiteY16" fmla="*/ 356736 h 471401"/>
                <a:gd name="connsiteX17" fmla="*/ 752968 w 1121170"/>
                <a:gd name="connsiteY17" fmla="*/ 346544 h 471401"/>
                <a:gd name="connsiteX18" fmla="*/ 1103334 w 1121170"/>
                <a:gd name="connsiteY18" fmla="*/ 90458 h 471401"/>
                <a:gd name="connsiteX19" fmla="*/ 1121170 w 1121170"/>
                <a:gd name="connsiteY19" fmla="*/ 50962 h 471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21170" h="471401">
                  <a:moveTo>
                    <a:pt x="1121170" y="50962"/>
                  </a:moveTo>
                  <a:cubicBezTo>
                    <a:pt x="1121170" y="22933"/>
                    <a:pt x="1098237" y="0"/>
                    <a:pt x="1070208" y="0"/>
                  </a:cubicBezTo>
                  <a:cubicBezTo>
                    <a:pt x="1060016" y="0"/>
                    <a:pt x="1051097" y="2548"/>
                    <a:pt x="1043453" y="7644"/>
                  </a:cubicBezTo>
                  <a:lnTo>
                    <a:pt x="825589" y="132502"/>
                  </a:lnTo>
                  <a:cubicBezTo>
                    <a:pt x="828137" y="146517"/>
                    <a:pt x="828137" y="160531"/>
                    <a:pt x="825589" y="175820"/>
                  </a:cubicBezTo>
                  <a:cubicBezTo>
                    <a:pt x="815397" y="222960"/>
                    <a:pt x="770805" y="254811"/>
                    <a:pt x="722391" y="254811"/>
                  </a:cubicBezTo>
                  <a:lnTo>
                    <a:pt x="496882" y="254811"/>
                  </a:lnTo>
                  <a:lnTo>
                    <a:pt x="496882" y="203849"/>
                  </a:lnTo>
                  <a:lnTo>
                    <a:pt x="726213" y="203849"/>
                  </a:lnTo>
                  <a:cubicBezTo>
                    <a:pt x="754242" y="203849"/>
                    <a:pt x="777175" y="180916"/>
                    <a:pt x="777175" y="152887"/>
                  </a:cubicBezTo>
                  <a:cubicBezTo>
                    <a:pt x="777175" y="124858"/>
                    <a:pt x="754242" y="101925"/>
                    <a:pt x="726213" y="101925"/>
                  </a:cubicBezTo>
                  <a:cubicBezTo>
                    <a:pt x="726213" y="101925"/>
                    <a:pt x="422987" y="101925"/>
                    <a:pt x="420439" y="101925"/>
                  </a:cubicBezTo>
                  <a:cubicBezTo>
                    <a:pt x="398780" y="101925"/>
                    <a:pt x="378395" y="108295"/>
                    <a:pt x="360558" y="118487"/>
                  </a:cubicBezTo>
                  <a:lnTo>
                    <a:pt x="0" y="293033"/>
                  </a:lnTo>
                  <a:lnTo>
                    <a:pt x="178368" y="471401"/>
                  </a:lnTo>
                  <a:cubicBezTo>
                    <a:pt x="261182" y="388587"/>
                    <a:pt x="368203" y="356736"/>
                    <a:pt x="484142" y="356736"/>
                  </a:cubicBezTo>
                  <a:lnTo>
                    <a:pt x="722391" y="356736"/>
                  </a:lnTo>
                  <a:cubicBezTo>
                    <a:pt x="733857" y="356736"/>
                    <a:pt x="744050" y="352914"/>
                    <a:pt x="752968" y="346544"/>
                  </a:cubicBezTo>
                  <a:lnTo>
                    <a:pt x="1103334" y="90458"/>
                  </a:lnTo>
                  <a:cubicBezTo>
                    <a:pt x="1113526" y="80266"/>
                    <a:pt x="1121170" y="66251"/>
                    <a:pt x="1121170" y="50962"/>
                  </a:cubicBezTo>
                  <a:close/>
                </a:path>
              </a:pathLst>
            </a:custGeom>
            <a:solidFill>
              <a:srgbClr val="E1D7C5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EC7280EB-F887-49B0-9B42-5D18E1550C9B}"/>
              </a:ext>
            </a:extLst>
          </p:cNvPr>
          <p:cNvSpPr txBox="1"/>
          <p:nvPr/>
        </p:nvSpPr>
        <p:spPr>
          <a:xfrm>
            <a:off x="2671841" y="3185903"/>
            <a:ext cx="405302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</a:p>
          <a:p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is a need for an online platform to provide travel details easily and quickly..</a:t>
            </a:r>
            <a:endParaRPr lang="en-GB" dirty="0">
              <a:solidFill>
                <a:srgbClr val="E1D7C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67025E3E-9AA9-4019-9C1C-F08E150E0428}"/>
              </a:ext>
            </a:extLst>
          </p:cNvPr>
          <p:cNvSpPr/>
          <p:nvPr/>
        </p:nvSpPr>
        <p:spPr>
          <a:xfrm>
            <a:off x="-16407988" y="-13924804"/>
            <a:ext cx="16918591" cy="4760374"/>
          </a:xfrm>
          <a:custGeom>
            <a:avLst/>
            <a:gdLst>
              <a:gd name="connsiteX0" fmla="*/ 12172188 w 14813803"/>
              <a:gd name="connsiteY0" fmla="*/ 0 h 6859658"/>
              <a:gd name="connsiteX1" fmla="*/ 12173467 w 14813803"/>
              <a:gd name="connsiteY1" fmla="*/ 1658 h 6859658"/>
              <a:gd name="connsiteX2" fmla="*/ 12192000 w 14813803"/>
              <a:gd name="connsiteY2" fmla="*/ 1658 h 6859658"/>
              <a:gd name="connsiteX3" fmla="*/ 12192000 w 14813803"/>
              <a:gd name="connsiteY3" fmla="*/ 25676 h 6859658"/>
              <a:gd name="connsiteX4" fmla="*/ 14813803 w 14813803"/>
              <a:gd name="connsiteY4" fmla="*/ 3423479 h 6859658"/>
              <a:gd name="connsiteX5" fmla="*/ 12192000 w 14813803"/>
              <a:gd name="connsiteY5" fmla="*/ 6821282 h 6859658"/>
              <a:gd name="connsiteX6" fmla="*/ 12192000 w 14813803"/>
              <a:gd name="connsiteY6" fmla="*/ 6859658 h 6859658"/>
              <a:gd name="connsiteX7" fmla="*/ 0 w 14813803"/>
              <a:gd name="connsiteY7" fmla="*/ 6859658 h 6859658"/>
              <a:gd name="connsiteX8" fmla="*/ 0 w 14813803"/>
              <a:gd name="connsiteY8" fmla="*/ 1658 h 6859658"/>
              <a:gd name="connsiteX9" fmla="*/ 12172188 w 14813803"/>
              <a:gd name="connsiteY9" fmla="*/ 1658 h 6859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813803" h="6859658">
                <a:moveTo>
                  <a:pt x="12172188" y="0"/>
                </a:moveTo>
                <a:lnTo>
                  <a:pt x="12173467" y="1658"/>
                </a:lnTo>
                <a:lnTo>
                  <a:pt x="12192000" y="1658"/>
                </a:lnTo>
                <a:lnTo>
                  <a:pt x="12192000" y="25676"/>
                </a:lnTo>
                <a:lnTo>
                  <a:pt x="14813803" y="3423479"/>
                </a:lnTo>
                <a:lnTo>
                  <a:pt x="12192000" y="6821282"/>
                </a:lnTo>
                <a:lnTo>
                  <a:pt x="12192000" y="6859658"/>
                </a:lnTo>
                <a:lnTo>
                  <a:pt x="0" y="6859658"/>
                </a:lnTo>
                <a:lnTo>
                  <a:pt x="0" y="1658"/>
                </a:lnTo>
                <a:lnTo>
                  <a:pt x="12172188" y="1658"/>
                </a:lnTo>
                <a:close/>
              </a:path>
            </a:pathLst>
          </a:custGeom>
          <a:solidFill>
            <a:srgbClr val="1969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8D5E9DA-257B-4A53-89ED-4FCB25DEDDA0}"/>
              </a:ext>
            </a:extLst>
          </p:cNvPr>
          <p:cNvSpPr/>
          <p:nvPr/>
        </p:nvSpPr>
        <p:spPr>
          <a:xfrm>
            <a:off x="-16407988" y="-159833"/>
            <a:ext cx="15766136" cy="3642061"/>
          </a:xfrm>
          <a:prstGeom prst="rect">
            <a:avLst/>
          </a:prstGeom>
          <a:solidFill>
            <a:srgbClr val="007E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68AC06BE-FBE2-4921-99DB-CC6BD95402C3}"/>
              </a:ext>
            </a:extLst>
          </p:cNvPr>
          <p:cNvSpPr/>
          <p:nvPr/>
        </p:nvSpPr>
        <p:spPr>
          <a:xfrm>
            <a:off x="13299169" y="3261921"/>
            <a:ext cx="15766136" cy="3339710"/>
          </a:xfrm>
          <a:prstGeom prst="rect">
            <a:avLst/>
          </a:prstGeom>
          <a:solidFill>
            <a:srgbClr val="007E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4240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8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8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8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8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raphic 37" descr="Earth globe: Americas with solid fill">
            <a:extLst>
              <a:ext uri="{FF2B5EF4-FFF2-40B4-BE49-F238E27FC236}">
                <a16:creationId xmlns:a16="http://schemas.microsoft.com/office/drawing/2014/main" id="{F83DA2C4-C351-4576-9E56-C11C424A4B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-4496951" y="-4164215"/>
            <a:ext cx="3192788" cy="319278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057ABEC-4065-4F04-8FB3-0352F333982C}"/>
              </a:ext>
            </a:extLst>
          </p:cNvPr>
          <p:cNvSpPr txBox="1"/>
          <p:nvPr/>
        </p:nvSpPr>
        <p:spPr>
          <a:xfrm>
            <a:off x="-6515100" y="553737"/>
            <a:ext cx="69848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E1D7C5"/>
                </a:solidFill>
                <a:latin typeface="Arial Black" panose="020B0A04020102020204" pitchFamily="34" charset="0"/>
              </a:rPr>
              <a:t>Dream Travels</a:t>
            </a:r>
            <a:endParaRPr lang="en-GB" sz="4400" b="1" dirty="0">
              <a:solidFill>
                <a:srgbClr val="E1D7C5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9800B9-143B-4631-845E-28A1C3588F98}"/>
              </a:ext>
            </a:extLst>
          </p:cNvPr>
          <p:cNvSpPr txBox="1"/>
          <p:nvPr/>
        </p:nvSpPr>
        <p:spPr>
          <a:xfrm>
            <a:off x="-6209323" y="2099366"/>
            <a:ext cx="47982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Course: </a:t>
            </a: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AICT-Lab</a:t>
            </a:r>
          </a:p>
          <a:p>
            <a:r>
              <a:rPr lang="en-US" sz="2800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Instructor: </a:t>
            </a: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Ms.Ramsha Khalid</a:t>
            </a:r>
            <a:endParaRPr lang="en-GB" sz="2800" dirty="0">
              <a:solidFill>
                <a:srgbClr val="E1D7C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B01DA16-E8D5-471E-B6F9-6A9C91C2B8AB}"/>
              </a:ext>
            </a:extLst>
          </p:cNvPr>
          <p:cNvSpPr txBox="1"/>
          <p:nvPr/>
        </p:nvSpPr>
        <p:spPr>
          <a:xfrm>
            <a:off x="-6209323" y="3270301"/>
            <a:ext cx="479823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Members: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Anass Shafi Shahid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M.Salahuddin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M.Ali Amir 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M.Amar Rasheed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M.Uzair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GB" sz="2000" dirty="0">
              <a:solidFill>
                <a:srgbClr val="E1D7C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Graphic 3" descr="Questions with solid fill">
            <a:extLst>
              <a:ext uri="{FF2B5EF4-FFF2-40B4-BE49-F238E27FC236}">
                <a16:creationId xmlns:a16="http://schemas.microsoft.com/office/drawing/2014/main" id="{864E61AF-A20F-4F37-89EF-AA1768D490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6209323" y="6304263"/>
            <a:ext cx="2640702" cy="2640702"/>
          </a:xfrm>
          <a:prstGeom prst="rect">
            <a:avLst/>
          </a:prstGeom>
        </p:spPr>
      </p:pic>
      <p:pic>
        <p:nvPicPr>
          <p:cNvPr id="7" name="Graphic 6" descr="Question mark with solid fill">
            <a:extLst>
              <a:ext uri="{FF2B5EF4-FFF2-40B4-BE49-F238E27FC236}">
                <a16:creationId xmlns:a16="http://schemas.microsoft.com/office/drawing/2014/main" id="{F3362DC7-5ABC-4304-94F7-46A64C21E8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7280698" y="-578457"/>
            <a:ext cx="2676083" cy="2676083"/>
          </a:xfrm>
          <a:prstGeom prst="rect">
            <a:avLst/>
          </a:prstGeom>
        </p:spPr>
      </p:pic>
      <p:pic>
        <p:nvPicPr>
          <p:cNvPr id="9" name="Graphic 8" descr="Thought bubble with solid fill">
            <a:extLst>
              <a:ext uri="{FF2B5EF4-FFF2-40B4-BE49-F238E27FC236}">
                <a16:creationId xmlns:a16="http://schemas.microsoft.com/office/drawing/2014/main" id="{14742825-7A05-40F5-971C-03C8E255DA8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7740790" y="5196267"/>
            <a:ext cx="2215991" cy="2215991"/>
          </a:xfrm>
          <a:prstGeom prst="rect">
            <a:avLst/>
          </a:prstGeom>
        </p:spPr>
      </p:pic>
      <p:pic>
        <p:nvPicPr>
          <p:cNvPr id="11" name="Graphic 10" descr="Classroom with solid fill">
            <a:extLst>
              <a:ext uri="{FF2B5EF4-FFF2-40B4-BE49-F238E27FC236}">
                <a16:creationId xmlns:a16="http://schemas.microsoft.com/office/drawing/2014/main" id="{3ABB7409-DB74-425B-947A-7ABB0317AAC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521025" y="-2102072"/>
            <a:ext cx="1987685" cy="198768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E3FB4BE-5E48-41D9-8CC6-DE2B1A03C00B}"/>
              </a:ext>
            </a:extLst>
          </p:cNvPr>
          <p:cNvSpPr txBox="1"/>
          <p:nvPr/>
        </p:nvSpPr>
        <p:spPr>
          <a:xfrm>
            <a:off x="4069487" y="8021635"/>
            <a:ext cx="40530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travel agency helps customers plan and arrange trips by providing travel and booking services</a:t>
            </a:r>
            <a:endParaRPr lang="en-GB" dirty="0">
              <a:solidFill>
                <a:srgbClr val="E1D7C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119D76-1F3B-41F9-BE2F-1DCAD92FF9E2}"/>
              </a:ext>
            </a:extLst>
          </p:cNvPr>
          <p:cNvSpPr txBox="1"/>
          <p:nvPr/>
        </p:nvSpPr>
        <p:spPr>
          <a:xfrm>
            <a:off x="3663086" y="-2198546"/>
            <a:ext cx="69848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rgbClr val="E1D7C5"/>
                </a:solidFill>
                <a:latin typeface="Arial Black" panose="020B0A04020102020204" pitchFamily="34" charset="0"/>
              </a:rPr>
              <a:t>INTRODUCTION</a:t>
            </a:r>
            <a:endParaRPr lang="en-GB" sz="4400" b="1" dirty="0">
              <a:solidFill>
                <a:srgbClr val="E1D7C5"/>
              </a:solidFill>
              <a:latin typeface="Arial Black" panose="020B0A04020102020204" pitchFamily="34" charset="0"/>
            </a:endParaRPr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6829CF8C-7603-4A51-B4E0-3237FEB1017D}"/>
              </a:ext>
            </a:extLst>
          </p:cNvPr>
          <p:cNvSpPr/>
          <p:nvPr/>
        </p:nvSpPr>
        <p:spPr>
          <a:xfrm rot="16200000">
            <a:off x="11754475" y="7478513"/>
            <a:ext cx="811" cy="1375"/>
          </a:xfrm>
          <a:custGeom>
            <a:avLst/>
            <a:gdLst>
              <a:gd name="connsiteX0" fmla="*/ 811 w 811"/>
              <a:gd name="connsiteY0" fmla="*/ 1375 h 1375"/>
              <a:gd name="connsiteX1" fmla="*/ 0 w 811"/>
              <a:gd name="connsiteY1" fmla="*/ 1375 h 1375"/>
              <a:gd name="connsiteX2" fmla="*/ 0 w 811"/>
              <a:gd name="connsiteY2" fmla="*/ 0 h 1375"/>
              <a:gd name="connsiteX3" fmla="*/ 811 w 811"/>
              <a:gd name="connsiteY3" fmla="*/ 1375 h 1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11" h="1375">
                <a:moveTo>
                  <a:pt x="811" y="1375"/>
                </a:moveTo>
                <a:lnTo>
                  <a:pt x="0" y="1375"/>
                </a:lnTo>
                <a:lnTo>
                  <a:pt x="0" y="0"/>
                </a:lnTo>
                <a:lnTo>
                  <a:pt x="811" y="1375"/>
                </a:lnTo>
                <a:close/>
              </a:path>
            </a:pathLst>
          </a:custGeom>
          <a:solidFill>
            <a:srgbClr val="1F49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8F3C9912-FDBE-4F87-BF27-CABA7FD0C9C9}"/>
              </a:ext>
            </a:extLst>
          </p:cNvPr>
          <p:cNvSpPr/>
          <p:nvPr/>
        </p:nvSpPr>
        <p:spPr>
          <a:xfrm>
            <a:off x="15683526" y="-4776037"/>
            <a:ext cx="4188331" cy="4514446"/>
          </a:xfrm>
          <a:prstGeom prst="ellipse">
            <a:avLst/>
          </a:prstGeom>
          <a:solidFill>
            <a:srgbClr val="414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42" name="Graphic 41" descr="Bullseye with solid fill">
            <a:extLst>
              <a:ext uri="{FF2B5EF4-FFF2-40B4-BE49-F238E27FC236}">
                <a16:creationId xmlns:a16="http://schemas.microsoft.com/office/drawing/2014/main" id="{0B7F4663-07BA-4A84-856F-3CF48EC83CF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-1869562" y="-926319"/>
            <a:ext cx="1223095" cy="122309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97DCC255-D184-4F33-AFF3-8656E4CE4B29}"/>
              </a:ext>
            </a:extLst>
          </p:cNvPr>
          <p:cNvSpPr txBox="1"/>
          <p:nvPr/>
        </p:nvSpPr>
        <p:spPr>
          <a:xfrm>
            <a:off x="-646467" y="-806164"/>
            <a:ext cx="6984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E1D7C5"/>
                </a:solidFill>
                <a:latin typeface="Arial Black" panose="020B0A04020102020204" pitchFamily="34" charset="0"/>
              </a:rPr>
              <a:t> Purpose</a:t>
            </a:r>
            <a:endParaRPr lang="en-GB" sz="3600" b="1" dirty="0">
              <a:solidFill>
                <a:srgbClr val="E1D7C5"/>
              </a:solidFill>
              <a:latin typeface="Arial Black" panose="020B0A040201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4D12FE1-0F44-4F6A-BA93-B3225CF104B8}"/>
              </a:ext>
            </a:extLst>
          </p:cNvPr>
          <p:cNvSpPr txBox="1"/>
          <p:nvPr/>
        </p:nvSpPr>
        <p:spPr>
          <a:xfrm>
            <a:off x="-2767555" y="8600881"/>
            <a:ext cx="360214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purpose of this project is to understand website development by creating a functional travel agency website and preparing proper project documentation</a:t>
            </a:r>
            <a:endParaRPr lang="en-GB" dirty="0">
              <a:solidFill>
                <a:srgbClr val="E1D7C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C832108-04A4-4EB2-9A8F-A00F8E96DBF1}"/>
              </a:ext>
            </a:extLst>
          </p:cNvPr>
          <p:cNvSpPr txBox="1"/>
          <p:nvPr/>
        </p:nvSpPr>
        <p:spPr>
          <a:xfrm>
            <a:off x="5042626" y="-1129330"/>
            <a:ext cx="6984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E1D7C5"/>
                </a:solidFill>
                <a:latin typeface="Arial Black" panose="020B0A04020102020204" pitchFamily="34" charset="0"/>
              </a:rPr>
              <a:t>Importance</a:t>
            </a:r>
            <a:endParaRPr lang="en-GB" sz="3600" b="1" dirty="0">
              <a:solidFill>
                <a:srgbClr val="E1D7C5"/>
              </a:solidFill>
              <a:latin typeface="Arial Black" panose="020B0A040201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5C45277-2344-450A-AB8C-6E499F0F3B3D}"/>
              </a:ext>
            </a:extLst>
          </p:cNvPr>
          <p:cNvSpPr txBox="1"/>
          <p:nvPr/>
        </p:nvSpPr>
        <p:spPr>
          <a:xfrm>
            <a:off x="12608184" y="6601631"/>
            <a:ext cx="380105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Provides easy access to travel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Saves time for customers and agencies..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Helps reach more customers online.</a:t>
            </a:r>
          </a:p>
        </p:txBody>
      </p:sp>
      <p:pic>
        <p:nvPicPr>
          <p:cNvPr id="10" name="Graphic 9" descr="Arrow: Counter-clockwise curve with solid fill">
            <a:extLst>
              <a:ext uri="{FF2B5EF4-FFF2-40B4-BE49-F238E27FC236}">
                <a16:creationId xmlns:a16="http://schemas.microsoft.com/office/drawing/2014/main" id="{D3014286-CB45-4351-A88C-6B5EBA5B9DF6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3122480">
            <a:off x="8878184" y="-2952398"/>
            <a:ext cx="1700651" cy="1700651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B72C52E0-80D8-451B-836B-70FC116CC07E}"/>
              </a:ext>
            </a:extLst>
          </p:cNvPr>
          <p:cNvGrpSpPr/>
          <p:nvPr/>
        </p:nvGrpSpPr>
        <p:grpSpPr>
          <a:xfrm>
            <a:off x="1804325" y="1827274"/>
            <a:ext cx="2026988" cy="2452398"/>
            <a:chOff x="1139442" y="1768126"/>
            <a:chExt cx="2026988" cy="2452398"/>
          </a:xfrm>
        </p:grpSpPr>
        <p:pic>
          <p:nvPicPr>
            <p:cNvPr id="21" name="Graphic 20" descr="Users with solid fill">
              <a:extLst>
                <a:ext uri="{FF2B5EF4-FFF2-40B4-BE49-F238E27FC236}">
                  <a16:creationId xmlns:a16="http://schemas.microsoft.com/office/drawing/2014/main" id="{65BFD651-8A04-4745-B1A0-AE8429B7F456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513266" y="1768126"/>
              <a:ext cx="1653164" cy="1974182"/>
            </a:xfrm>
            <a:prstGeom prst="rect">
              <a:avLst/>
            </a:prstGeom>
          </p:spPr>
        </p:pic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1CBD93B1-9CA1-40F7-B960-5D83FF373E0D}"/>
                </a:ext>
              </a:extLst>
            </p:cNvPr>
            <p:cNvSpPr/>
            <p:nvPr/>
          </p:nvSpPr>
          <p:spPr>
            <a:xfrm>
              <a:off x="1139442" y="3202773"/>
              <a:ext cx="2026988" cy="1017751"/>
            </a:xfrm>
            <a:custGeom>
              <a:avLst/>
              <a:gdLst>
                <a:gd name="connsiteX0" fmla="*/ 1121170 w 1121170"/>
                <a:gd name="connsiteY0" fmla="*/ 50962 h 471401"/>
                <a:gd name="connsiteX1" fmla="*/ 1070208 w 1121170"/>
                <a:gd name="connsiteY1" fmla="*/ 0 h 471401"/>
                <a:gd name="connsiteX2" fmla="*/ 1043453 w 1121170"/>
                <a:gd name="connsiteY2" fmla="*/ 7644 h 471401"/>
                <a:gd name="connsiteX3" fmla="*/ 825589 w 1121170"/>
                <a:gd name="connsiteY3" fmla="*/ 132502 h 471401"/>
                <a:gd name="connsiteX4" fmla="*/ 825589 w 1121170"/>
                <a:gd name="connsiteY4" fmla="*/ 175820 h 471401"/>
                <a:gd name="connsiteX5" fmla="*/ 722391 w 1121170"/>
                <a:gd name="connsiteY5" fmla="*/ 254811 h 471401"/>
                <a:gd name="connsiteX6" fmla="*/ 496882 w 1121170"/>
                <a:gd name="connsiteY6" fmla="*/ 254811 h 471401"/>
                <a:gd name="connsiteX7" fmla="*/ 496882 w 1121170"/>
                <a:gd name="connsiteY7" fmla="*/ 203849 h 471401"/>
                <a:gd name="connsiteX8" fmla="*/ 726213 w 1121170"/>
                <a:gd name="connsiteY8" fmla="*/ 203849 h 471401"/>
                <a:gd name="connsiteX9" fmla="*/ 777175 w 1121170"/>
                <a:gd name="connsiteY9" fmla="*/ 152887 h 471401"/>
                <a:gd name="connsiteX10" fmla="*/ 726213 w 1121170"/>
                <a:gd name="connsiteY10" fmla="*/ 101925 h 471401"/>
                <a:gd name="connsiteX11" fmla="*/ 420439 w 1121170"/>
                <a:gd name="connsiteY11" fmla="*/ 101925 h 471401"/>
                <a:gd name="connsiteX12" fmla="*/ 360558 w 1121170"/>
                <a:gd name="connsiteY12" fmla="*/ 118487 h 471401"/>
                <a:gd name="connsiteX13" fmla="*/ 0 w 1121170"/>
                <a:gd name="connsiteY13" fmla="*/ 293033 h 471401"/>
                <a:gd name="connsiteX14" fmla="*/ 178368 w 1121170"/>
                <a:gd name="connsiteY14" fmla="*/ 471401 h 471401"/>
                <a:gd name="connsiteX15" fmla="*/ 484142 w 1121170"/>
                <a:gd name="connsiteY15" fmla="*/ 356736 h 471401"/>
                <a:gd name="connsiteX16" fmla="*/ 722391 w 1121170"/>
                <a:gd name="connsiteY16" fmla="*/ 356736 h 471401"/>
                <a:gd name="connsiteX17" fmla="*/ 752968 w 1121170"/>
                <a:gd name="connsiteY17" fmla="*/ 346544 h 471401"/>
                <a:gd name="connsiteX18" fmla="*/ 1103334 w 1121170"/>
                <a:gd name="connsiteY18" fmla="*/ 90458 h 471401"/>
                <a:gd name="connsiteX19" fmla="*/ 1121170 w 1121170"/>
                <a:gd name="connsiteY19" fmla="*/ 50962 h 471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21170" h="471401">
                  <a:moveTo>
                    <a:pt x="1121170" y="50962"/>
                  </a:moveTo>
                  <a:cubicBezTo>
                    <a:pt x="1121170" y="22933"/>
                    <a:pt x="1098237" y="0"/>
                    <a:pt x="1070208" y="0"/>
                  </a:cubicBezTo>
                  <a:cubicBezTo>
                    <a:pt x="1060016" y="0"/>
                    <a:pt x="1051097" y="2548"/>
                    <a:pt x="1043453" y="7644"/>
                  </a:cubicBezTo>
                  <a:lnTo>
                    <a:pt x="825589" y="132502"/>
                  </a:lnTo>
                  <a:cubicBezTo>
                    <a:pt x="828137" y="146517"/>
                    <a:pt x="828137" y="160531"/>
                    <a:pt x="825589" y="175820"/>
                  </a:cubicBezTo>
                  <a:cubicBezTo>
                    <a:pt x="815397" y="222960"/>
                    <a:pt x="770805" y="254811"/>
                    <a:pt x="722391" y="254811"/>
                  </a:cubicBezTo>
                  <a:lnTo>
                    <a:pt x="496882" y="254811"/>
                  </a:lnTo>
                  <a:lnTo>
                    <a:pt x="496882" y="203849"/>
                  </a:lnTo>
                  <a:lnTo>
                    <a:pt x="726213" y="203849"/>
                  </a:lnTo>
                  <a:cubicBezTo>
                    <a:pt x="754242" y="203849"/>
                    <a:pt x="777175" y="180916"/>
                    <a:pt x="777175" y="152887"/>
                  </a:cubicBezTo>
                  <a:cubicBezTo>
                    <a:pt x="777175" y="124858"/>
                    <a:pt x="754242" y="101925"/>
                    <a:pt x="726213" y="101925"/>
                  </a:cubicBezTo>
                  <a:cubicBezTo>
                    <a:pt x="726213" y="101925"/>
                    <a:pt x="422987" y="101925"/>
                    <a:pt x="420439" y="101925"/>
                  </a:cubicBezTo>
                  <a:cubicBezTo>
                    <a:pt x="398780" y="101925"/>
                    <a:pt x="378395" y="108295"/>
                    <a:pt x="360558" y="118487"/>
                  </a:cubicBezTo>
                  <a:lnTo>
                    <a:pt x="0" y="293033"/>
                  </a:lnTo>
                  <a:lnTo>
                    <a:pt x="178368" y="471401"/>
                  </a:lnTo>
                  <a:cubicBezTo>
                    <a:pt x="261182" y="388587"/>
                    <a:pt x="368203" y="356736"/>
                    <a:pt x="484142" y="356736"/>
                  </a:cubicBezTo>
                  <a:lnTo>
                    <a:pt x="722391" y="356736"/>
                  </a:lnTo>
                  <a:cubicBezTo>
                    <a:pt x="733857" y="356736"/>
                    <a:pt x="744050" y="352914"/>
                    <a:pt x="752968" y="346544"/>
                  </a:cubicBezTo>
                  <a:lnTo>
                    <a:pt x="1103334" y="90458"/>
                  </a:lnTo>
                  <a:cubicBezTo>
                    <a:pt x="1113526" y="80266"/>
                    <a:pt x="1121170" y="66251"/>
                    <a:pt x="1121170" y="50962"/>
                  </a:cubicBezTo>
                  <a:close/>
                </a:path>
              </a:pathLst>
            </a:custGeom>
            <a:solidFill>
              <a:srgbClr val="E1D7C5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5AC3C00-7909-422C-8FE7-F4C1E160D8C4}"/>
              </a:ext>
            </a:extLst>
          </p:cNvPr>
          <p:cNvSpPr txBox="1"/>
          <p:nvPr/>
        </p:nvSpPr>
        <p:spPr>
          <a:xfrm>
            <a:off x="2459248" y="572106"/>
            <a:ext cx="69848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E1D7C5"/>
                </a:solidFill>
                <a:latin typeface="Arial Black" panose="020B0A04020102020204" pitchFamily="34" charset="0"/>
              </a:rPr>
              <a:t> Traditional problem</a:t>
            </a:r>
            <a:endParaRPr lang="en-GB" sz="3600" b="1" dirty="0">
              <a:solidFill>
                <a:srgbClr val="E1D7C5"/>
              </a:solidFill>
              <a:latin typeface="Arial Black" panose="020B0A040201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B0A0B59-5F84-4D86-9074-81A666929059}"/>
              </a:ext>
            </a:extLst>
          </p:cNvPr>
          <p:cNvSpPr txBox="1"/>
          <p:nvPr/>
        </p:nvSpPr>
        <p:spPr>
          <a:xfrm>
            <a:off x="4560752" y="2588393"/>
            <a:ext cx="380105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Traditional travel agencies rely on manual inquiries and bookings.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Customers must visit offices or make phone calls for information.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Limited working hours reduce customer convenience.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E1D7C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A39A5E2-C7FD-42F3-8EBF-D23364F2BD2A}"/>
              </a:ext>
            </a:extLst>
          </p:cNvPr>
          <p:cNvGrpSpPr/>
          <p:nvPr/>
        </p:nvGrpSpPr>
        <p:grpSpPr>
          <a:xfrm>
            <a:off x="-2903935" y="1433533"/>
            <a:ext cx="13825917" cy="4760374"/>
            <a:chOff x="-2912037" y="1459645"/>
            <a:chExt cx="13825917" cy="4760374"/>
          </a:xfrm>
        </p:grpSpPr>
        <p:pic>
          <p:nvPicPr>
            <p:cNvPr id="20" name="Graphic 19" descr="Airplane with solid fill">
              <a:extLst>
                <a:ext uri="{FF2B5EF4-FFF2-40B4-BE49-F238E27FC236}">
                  <a16:creationId xmlns:a16="http://schemas.microsoft.com/office/drawing/2014/main" id="{2774F201-8732-4135-952E-5EDCA22FAD7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 rot="16200000">
              <a:off x="-2729457" y="2537682"/>
              <a:ext cx="2162388" cy="2527548"/>
            </a:xfrm>
            <a:prstGeom prst="rect">
              <a:avLst/>
            </a:prstGeom>
          </p:spPr>
        </p:pic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E70CCAA-506F-4720-B83B-4624A0A7268C}"/>
                </a:ext>
              </a:extLst>
            </p:cNvPr>
            <p:cNvSpPr/>
            <p:nvPr/>
          </p:nvSpPr>
          <p:spPr>
            <a:xfrm rot="10800000">
              <a:off x="469724" y="1459645"/>
              <a:ext cx="10444156" cy="4760374"/>
            </a:xfrm>
            <a:custGeom>
              <a:avLst/>
              <a:gdLst>
                <a:gd name="connsiteX0" fmla="*/ 10444156 w 10444156"/>
                <a:gd name="connsiteY0" fmla="*/ 2375780 h 4760374"/>
                <a:gd name="connsiteX1" fmla="*/ 8434720 w 10444156"/>
                <a:gd name="connsiteY1" fmla="*/ 4733742 h 4760374"/>
                <a:gd name="connsiteX2" fmla="*/ 8434720 w 10444156"/>
                <a:gd name="connsiteY2" fmla="*/ 4760374 h 4760374"/>
                <a:gd name="connsiteX3" fmla="*/ 12295 w 10444156"/>
                <a:gd name="connsiteY3" fmla="*/ 4760374 h 4760374"/>
                <a:gd name="connsiteX4" fmla="*/ 12295 w 10444156"/>
                <a:gd name="connsiteY4" fmla="*/ 4733744 h 4760374"/>
                <a:gd name="connsiteX5" fmla="*/ 1751613 w 10444156"/>
                <a:gd name="connsiteY5" fmla="*/ 2375782 h 4760374"/>
                <a:gd name="connsiteX6" fmla="*/ 12296 w 10444156"/>
                <a:gd name="connsiteY6" fmla="*/ 17820 h 4760374"/>
                <a:gd name="connsiteX7" fmla="*/ 12296 w 10444156"/>
                <a:gd name="connsiteY7" fmla="*/ 1152 h 4760374"/>
                <a:gd name="connsiteX8" fmla="*/ 1 w 10444156"/>
                <a:gd name="connsiteY8" fmla="*/ 1152 h 4760374"/>
                <a:gd name="connsiteX9" fmla="*/ 0 w 10444156"/>
                <a:gd name="connsiteY9" fmla="*/ 1150 h 4760374"/>
                <a:gd name="connsiteX10" fmla="*/ 8419535 w 10444156"/>
                <a:gd name="connsiteY10" fmla="*/ 1150 h 4760374"/>
                <a:gd name="connsiteX11" fmla="*/ 8419535 w 10444156"/>
                <a:gd name="connsiteY11" fmla="*/ 0 h 4760374"/>
                <a:gd name="connsiteX12" fmla="*/ 8420515 w 10444156"/>
                <a:gd name="connsiteY12" fmla="*/ 1150 h 4760374"/>
                <a:gd name="connsiteX13" fmla="*/ 8434720 w 10444156"/>
                <a:gd name="connsiteY13" fmla="*/ 1150 h 4760374"/>
                <a:gd name="connsiteX14" fmla="*/ 8434720 w 10444156"/>
                <a:gd name="connsiteY14" fmla="*/ 17818 h 4760374"/>
                <a:gd name="connsiteX15" fmla="*/ 10444156 w 10444156"/>
                <a:gd name="connsiteY15" fmla="*/ 2375780 h 4760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444156" h="4760374">
                  <a:moveTo>
                    <a:pt x="10444156" y="2375780"/>
                  </a:moveTo>
                  <a:lnTo>
                    <a:pt x="8434720" y="4733742"/>
                  </a:lnTo>
                  <a:lnTo>
                    <a:pt x="8434720" y="4760374"/>
                  </a:lnTo>
                  <a:lnTo>
                    <a:pt x="12295" y="4760374"/>
                  </a:lnTo>
                  <a:lnTo>
                    <a:pt x="12295" y="4733744"/>
                  </a:lnTo>
                  <a:lnTo>
                    <a:pt x="1751613" y="2375782"/>
                  </a:lnTo>
                  <a:lnTo>
                    <a:pt x="12296" y="17820"/>
                  </a:lnTo>
                  <a:lnTo>
                    <a:pt x="12296" y="1152"/>
                  </a:lnTo>
                  <a:lnTo>
                    <a:pt x="1" y="1152"/>
                  </a:lnTo>
                  <a:lnTo>
                    <a:pt x="0" y="1150"/>
                  </a:lnTo>
                  <a:lnTo>
                    <a:pt x="8419535" y="1150"/>
                  </a:lnTo>
                  <a:lnTo>
                    <a:pt x="8419535" y="0"/>
                  </a:lnTo>
                  <a:lnTo>
                    <a:pt x="8420515" y="1150"/>
                  </a:lnTo>
                  <a:lnTo>
                    <a:pt x="8434720" y="1150"/>
                  </a:lnTo>
                  <a:lnTo>
                    <a:pt x="8434720" y="17818"/>
                  </a:lnTo>
                  <a:lnTo>
                    <a:pt x="10444156" y="2375780"/>
                  </a:lnTo>
                  <a:close/>
                </a:path>
              </a:pathLst>
            </a:custGeom>
            <a:solidFill>
              <a:srgbClr val="41414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GB" dirty="0"/>
            </a:p>
          </p:txBody>
        </p:sp>
      </p:grp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1062F157-955D-4960-B4C5-1301597F7EC3}"/>
              </a:ext>
            </a:extLst>
          </p:cNvPr>
          <p:cNvSpPr/>
          <p:nvPr/>
        </p:nvSpPr>
        <p:spPr>
          <a:xfrm rot="16200000">
            <a:off x="25188177" y="-7010845"/>
            <a:ext cx="848" cy="1150"/>
          </a:xfrm>
          <a:custGeom>
            <a:avLst/>
            <a:gdLst>
              <a:gd name="connsiteX0" fmla="*/ 848 w 848"/>
              <a:gd name="connsiteY0" fmla="*/ 1150 h 1150"/>
              <a:gd name="connsiteX1" fmla="*/ 0 w 848"/>
              <a:gd name="connsiteY1" fmla="*/ 1150 h 1150"/>
              <a:gd name="connsiteX2" fmla="*/ 0 w 848"/>
              <a:gd name="connsiteY2" fmla="*/ 0 h 1150"/>
              <a:gd name="connsiteX3" fmla="*/ 848 w 848"/>
              <a:gd name="connsiteY3" fmla="*/ 1150 h 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48" h="1150">
                <a:moveTo>
                  <a:pt x="848" y="1150"/>
                </a:moveTo>
                <a:lnTo>
                  <a:pt x="0" y="1150"/>
                </a:lnTo>
                <a:lnTo>
                  <a:pt x="0" y="0"/>
                </a:lnTo>
                <a:lnTo>
                  <a:pt x="848" y="1150"/>
                </a:lnTo>
                <a:close/>
              </a:path>
            </a:pathLst>
          </a:custGeom>
          <a:solidFill>
            <a:srgbClr val="414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60" name="Freeform: Shape 59">
            <a:extLst>
              <a:ext uri="{FF2B5EF4-FFF2-40B4-BE49-F238E27FC236}">
                <a16:creationId xmlns:a16="http://schemas.microsoft.com/office/drawing/2014/main" id="{675DC4D6-FF04-470F-AD2A-C745E68BC2E3}"/>
              </a:ext>
            </a:extLst>
          </p:cNvPr>
          <p:cNvSpPr/>
          <p:nvPr/>
        </p:nvSpPr>
        <p:spPr>
          <a:xfrm rot="16200000">
            <a:off x="25203823" y="-6115707"/>
            <a:ext cx="35483" cy="64772"/>
          </a:xfrm>
          <a:custGeom>
            <a:avLst/>
            <a:gdLst>
              <a:gd name="connsiteX0" fmla="*/ 35483 w 35483"/>
              <a:gd name="connsiteY0" fmla="*/ 0 h 64772"/>
              <a:gd name="connsiteX1" fmla="*/ 35483 w 35483"/>
              <a:gd name="connsiteY1" fmla="*/ 64772 h 64772"/>
              <a:gd name="connsiteX2" fmla="*/ 0 w 35483"/>
              <a:gd name="connsiteY2" fmla="*/ 16668 h 64772"/>
              <a:gd name="connsiteX3" fmla="*/ 0 w 35483"/>
              <a:gd name="connsiteY3" fmla="*/ 0 h 64772"/>
              <a:gd name="connsiteX4" fmla="*/ 35483 w 35483"/>
              <a:gd name="connsiteY4" fmla="*/ 0 h 6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483" h="64772">
                <a:moveTo>
                  <a:pt x="35483" y="0"/>
                </a:moveTo>
                <a:lnTo>
                  <a:pt x="35483" y="64772"/>
                </a:lnTo>
                <a:lnTo>
                  <a:pt x="0" y="16668"/>
                </a:lnTo>
                <a:lnTo>
                  <a:pt x="0" y="0"/>
                </a:lnTo>
                <a:lnTo>
                  <a:pt x="35483" y="0"/>
                </a:lnTo>
                <a:close/>
              </a:path>
            </a:pathLst>
          </a:custGeom>
          <a:solidFill>
            <a:srgbClr val="414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3B37F820-75F5-4A41-BD80-AD0BF3A61F3C}"/>
              </a:ext>
            </a:extLst>
          </p:cNvPr>
          <p:cNvSpPr/>
          <p:nvPr/>
        </p:nvSpPr>
        <p:spPr>
          <a:xfrm rot="16200000">
            <a:off x="29893291" y="-6120687"/>
            <a:ext cx="35484" cy="74734"/>
          </a:xfrm>
          <a:custGeom>
            <a:avLst/>
            <a:gdLst>
              <a:gd name="connsiteX0" fmla="*/ 35484 w 35484"/>
              <a:gd name="connsiteY0" fmla="*/ 0 h 74734"/>
              <a:gd name="connsiteX1" fmla="*/ 35484 w 35484"/>
              <a:gd name="connsiteY1" fmla="*/ 74734 h 74734"/>
              <a:gd name="connsiteX2" fmla="*/ 0 w 35484"/>
              <a:gd name="connsiteY2" fmla="*/ 74734 h 74734"/>
              <a:gd name="connsiteX3" fmla="*/ 0 w 35484"/>
              <a:gd name="connsiteY3" fmla="*/ 48104 h 74734"/>
              <a:gd name="connsiteX4" fmla="*/ 35484 w 35484"/>
              <a:gd name="connsiteY4" fmla="*/ 0 h 74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484" h="74734">
                <a:moveTo>
                  <a:pt x="35484" y="0"/>
                </a:moveTo>
                <a:lnTo>
                  <a:pt x="35484" y="74734"/>
                </a:lnTo>
                <a:lnTo>
                  <a:pt x="0" y="74734"/>
                </a:lnTo>
                <a:lnTo>
                  <a:pt x="0" y="48104"/>
                </a:lnTo>
                <a:lnTo>
                  <a:pt x="35484" y="0"/>
                </a:lnTo>
                <a:close/>
              </a:path>
            </a:pathLst>
          </a:custGeom>
          <a:solidFill>
            <a:srgbClr val="414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GB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6F4E208-14E0-4469-AF19-D77D28112706}"/>
              </a:ext>
            </a:extLst>
          </p:cNvPr>
          <p:cNvGrpSpPr/>
          <p:nvPr/>
        </p:nvGrpSpPr>
        <p:grpSpPr>
          <a:xfrm>
            <a:off x="6908847" y="2376445"/>
            <a:ext cx="2026988" cy="2001851"/>
            <a:chOff x="8535037" y="1771117"/>
            <a:chExt cx="2026988" cy="2001851"/>
          </a:xfrm>
        </p:grpSpPr>
        <p:pic>
          <p:nvPicPr>
            <p:cNvPr id="25" name="Graphic 24" descr="Lightbulb and gear with solid fill">
              <a:extLst>
                <a:ext uri="{FF2B5EF4-FFF2-40B4-BE49-F238E27FC236}">
                  <a16:creationId xmlns:a16="http://schemas.microsoft.com/office/drawing/2014/main" id="{E29F2F84-A078-4B74-BA5F-363E4B70F4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9311187" y="1771117"/>
              <a:ext cx="1131305" cy="1131305"/>
            </a:xfrm>
            <a:prstGeom prst="rect">
              <a:avLst/>
            </a:prstGeom>
          </p:spPr>
        </p:pic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47A12BF-F6A0-4D10-95C8-06C804943C28}"/>
                </a:ext>
              </a:extLst>
            </p:cNvPr>
            <p:cNvSpPr/>
            <p:nvPr/>
          </p:nvSpPr>
          <p:spPr>
            <a:xfrm>
              <a:off x="8535037" y="2755217"/>
              <a:ext cx="2026988" cy="1017751"/>
            </a:xfrm>
            <a:custGeom>
              <a:avLst/>
              <a:gdLst>
                <a:gd name="connsiteX0" fmla="*/ 1121170 w 1121170"/>
                <a:gd name="connsiteY0" fmla="*/ 50962 h 471401"/>
                <a:gd name="connsiteX1" fmla="*/ 1070208 w 1121170"/>
                <a:gd name="connsiteY1" fmla="*/ 0 h 471401"/>
                <a:gd name="connsiteX2" fmla="*/ 1043453 w 1121170"/>
                <a:gd name="connsiteY2" fmla="*/ 7644 h 471401"/>
                <a:gd name="connsiteX3" fmla="*/ 825589 w 1121170"/>
                <a:gd name="connsiteY3" fmla="*/ 132502 h 471401"/>
                <a:gd name="connsiteX4" fmla="*/ 825589 w 1121170"/>
                <a:gd name="connsiteY4" fmla="*/ 175820 h 471401"/>
                <a:gd name="connsiteX5" fmla="*/ 722391 w 1121170"/>
                <a:gd name="connsiteY5" fmla="*/ 254811 h 471401"/>
                <a:gd name="connsiteX6" fmla="*/ 496882 w 1121170"/>
                <a:gd name="connsiteY6" fmla="*/ 254811 h 471401"/>
                <a:gd name="connsiteX7" fmla="*/ 496882 w 1121170"/>
                <a:gd name="connsiteY7" fmla="*/ 203849 h 471401"/>
                <a:gd name="connsiteX8" fmla="*/ 726213 w 1121170"/>
                <a:gd name="connsiteY8" fmla="*/ 203849 h 471401"/>
                <a:gd name="connsiteX9" fmla="*/ 777175 w 1121170"/>
                <a:gd name="connsiteY9" fmla="*/ 152887 h 471401"/>
                <a:gd name="connsiteX10" fmla="*/ 726213 w 1121170"/>
                <a:gd name="connsiteY10" fmla="*/ 101925 h 471401"/>
                <a:gd name="connsiteX11" fmla="*/ 420439 w 1121170"/>
                <a:gd name="connsiteY11" fmla="*/ 101925 h 471401"/>
                <a:gd name="connsiteX12" fmla="*/ 360558 w 1121170"/>
                <a:gd name="connsiteY12" fmla="*/ 118487 h 471401"/>
                <a:gd name="connsiteX13" fmla="*/ 0 w 1121170"/>
                <a:gd name="connsiteY13" fmla="*/ 293033 h 471401"/>
                <a:gd name="connsiteX14" fmla="*/ 178368 w 1121170"/>
                <a:gd name="connsiteY14" fmla="*/ 471401 h 471401"/>
                <a:gd name="connsiteX15" fmla="*/ 484142 w 1121170"/>
                <a:gd name="connsiteY15" fmla="*/ 356736 h 471401"/>
                <a:gd name="connsiteX16" fmla="*/ 722391 w 1121170"/>
                <a:gd name="connsiteY16" fmla="*/ 356736 h 471401"/>
                <a:gd name="connsiteX17" fmla="*/ 752968 w 1121170"/>
                <a:gd name="connsiteY17" fmla="*/ 346544 h 471401"/>
                <a:gd name="connsiteX18" fmla="*/ 1103334 w 1121170"/>
                <a:gd name="connsiteY18" fmla="*/ 90458 h 471401"/>
                <a:gd name="connsiteX19" fmla="*/ 1121170 w 1121170"/>
                <a:gd name="connsiteY19" fmla="*/ 50962 h 471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21170" h="471401">
                  <a:moveTo>
                    <a:pt x="1121170" y="50962"/>
                  </a:moveTo>
                  <a:cubicBezTo>
                    <a:pt x="1121170" y="22933"/>
                    <a:pt x="1098237" y="0"/>
                    <a:pt x="1070208" y="0"/>
                  </a:cubicBezTo>
                  <a:cubicBezTo>
                    <a:pt x="1060016" y="0"/>
                    <a:pt x="1051097" y="2548"/>
                    <a:pt x="1043453" y="7644"/>
                  </a:cubicBezTo>
                  <a:lnTo>
                    <a:pt x="825589" y="132502"/>
                  </a:lnTo>
                  <a:cubicBezTo>
                    <a:pt x="828137" y="146517"/>
                    <a:pt x="828137" y="160531"/>
                    <a:pt x="825589" y="175820"/>
                  </a:cubicBezTo>
                  <a:cubicBezTo>
                    <a:pt x="815397" y="222960"/>
                    <a:pt x="770805" y="254811"/>
                    <a:pt x="722391" y="254811"/>
                  </a:cubicBezTo>
                  <a:lnTo>
                    <a:pt x="496882" y="254811"/>
                  </a:lnTo>
                  <a:lnTo>
                    <a:pt x="496882" y="203849"/>
                  </a:lnTo>
                  <a:lnTo>
                    <a:pt x="726213" y="203849"/>
                  </a:lnTo>
                  <a:cubicBezTo>
                    <a:pt x="754242" y="203849"/>
                    <a:pt x="777175" y="180916"/>
                    <a:pt x="777175" y="152887"/>
                  </a:cubicBezTo>
                  <a:cubicBezTo>
                    <a:pt x="777175" y="124858"/>
                    <a:pt x="754242" y="101925"/>
                    <a:pt x="726213" y="101925"/>
                  </a:cubicBezTo>
                  <a:cubicBezTo>
                    <a:pt x="726213" y="101925"/>
                    <a:pt x="422987" y="101925"/>
                    <a:pt x="420439" y="101925"/>
                  </a:cubicBezTo>
                  <a:cubicBezTo>
                    <a:pt x="398780" y="101925"/>
                    <a:pt x="378395" y="108295"/>
                    <a:pt x="360558" y="118487"/>
                  </a:cubicBezTo>
                  <a:lnTo>
                    <a:pt x="0" y="293033"/>
                  </a:lnTo>
                  <a:lnTo>
                    <a:pt x="178368" y="471401"/>
                  </a:lnTo>
                  <a:cubicBezTo>
                    <a:pt x="261182" y="388587"/>
                    <a:pt x="368203" y="356736"/>
                    <a:pt x="484142" y="356736"/>
                  </a:cubicBezTo>
                  <a:lnTo>
                    <a:pt x="722391" y="356736"/>
                  </a:lnTo>
                  <a:cubicBezTo>
                    <a:pt x="733857" y="356736"/>
                    <a:pt x="744050" y="352914"/>
                    <a:pt x="752968" y="346544"/>
                  </a:cubicBezTo>
                  <a:lnTo>
                    <a:pt x="1103334" y="90458"/>
                  </a:lnTo>
                  <a:cubicBezTo>
                    <a:pt x="1113526" y="80266"/>
                    <a:pt x="1121170" y="66251"/>
                    <a:pt x="1121170" y="50962"/>
                  </a:cubicBezTo>
                  <a:close/>
                </a:path>
              </a:pathLst>
            </a:custGeom>
            <a:solidFill>
              <a:srgbClr val="E1D7C5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dirty="0"/>
            </a:p>
          </p:txBody>
        </p:sp>
      </p:grpSp>
      <p:sp>
        <p:nvSpPr>
          <p:cNvPr id="64" name="TextBox 63">
            <a:extLst>
              <a:ext uri="{FF2B5EF4-FFF2-40B4-BE49-F238E27FC236}">
                <a16:creationId xmlns:a16="http://schemas.microsoft.com/office/drawing/2014/main" id="{EC7280EB-F887-49B0-9B42-5D18E1550C9B}"/>
              </a:ext>
            </a:extLst>
          </p:cNvPr>
          <p:cNvSpPr txBox="1"/>
          <p:nvPr/>
        </p:nvSpPr>
        <p:spPr>
          <a:xfrm>
            <a:off x="2671841" y="3185903"/>
            <a:ext cx="405302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</a:t>
            </a:r>
          </a:p>
          <a:p>
            <a:r>
              <a:rPr lang="en-US" dirty="0">
                <a:solidFill>
                  <a:srgbClr val="E1D7C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is a need for an online platform to provide travel details easily and quickly..</a:t>
            </a:r>
            <a:endParaRPr lang="en-GB" dirty="0">
              <a:solidFill>
                <a:srgbClr val="E1D7C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FDB4C7-D9E6-4FF3-A46B-E90D8345AA03}"/>
              </a:ext>
            </a:extLst>
          </p:cNvPr>
          <p:cNvSpPr/>
          <p:nvPr/>
        </p:nvSpPr>
        <p:spPr>
          <a:xfrm>
            <a:off x="-2251269" y="-280253"/>
            <a:ext cx="15766136" cy="3853595"/>
          </a:xfrm>
          <a:prstGeom prst="rect">
            <a:avLst/>
          </a:prstGeom>
          <a:solidFill>
            <a:srgbClr val="007E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29E2045-DF91-44BD-B5B5-2A843AF5D31B}"/>
              </a:ext>
            </a:extLst>
          </p:cNvPr>
          <p:cNvSpPr/>
          <p:nvPr/>
        </p:nvSpPr>
        <p:spPr>
          <a:xfrm>
            <a:off x="-524642" y="3497086"/>
            <a:ext cx="15766136" cy="3429000"/>
          </a:xfrm>
          <a:prstGeom prst="rect">
            <a:avLst/>
          </a:prstGeom>
          <a:solidFill>
            <a:srgbClr val="007E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25176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8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8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8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8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1797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E2CAB77-3EB8-4C16-9EFD-EE2083FD3A7F}"/>
              </a:ext>
            </a:extLst>
          </p:cNvPr>
          <p:cNvSpPr/>
          <p:nvPr/>
        </p:nvSpPr>
        <p:spPr>
          <a:xfrm>
            <a:off x="0" y="1962150"/>
            <a:ext cx="2921000" cy="1866900"/>
          </a:xfrm>
          <a:prstGeom prst="rect">
            <a:avLst/>
          </a:prstGeom>
          <a:solidFill>
            <a:srgbClr val="006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F221FC-8175-492F-9F0B-44DF74FDDA64}"/>
              </a:ext>
            </a:extLst>
          </p:cNvPr>
          <p:cNvSpPr/>
          <p:nvPr/>
        </p:nvSpPr>
        <p:spPr>
          <a:xfrm>
            <a:off x="0" y="0"/>
            <a:ext cx="2921000" cy="1816100"/>
          </a:xfrm>
          <a:prstGeom prst="rect">
            <a:avLst/>
          </a:prstGeom>
          <a:solidFill>
            <a:srgbClr val="3366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B41507C-8265-41BF-BAC8-654CBCBE1049}"/>
              </a:ext>
            </a:extLst>
          </p:cNvPr>
          <p:cNvSpPr/>
          <p:nvPr/>
        </p:nvSpPr>
        <p:spPr>
          <a:xfrm>
            <a:off x="3067052" y="1993900"/>
            <a:ext cx="2921000" cy="1816100"/>
          </a:xfrm>
          <a:prstGeom prst="rect">
            <a:avLst/>
          </a:prstGeom>
          <a:solidFill>
            <a:srgbClr val="1F493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268647-49F2-4173-91B4-D1E8F85A3781}"/>
              </a:ext>
            </a:extLst>
          </p:cNvPr>
          <p:cNvSpPr/>
          <p:nvPr/>
        </p:nvSpPr>
        <p:spPr>
          <a:xfrm>
            <a:off x="6134104" y="1987550"/>
            <a:ext cx="2921000" cy="1816100"/>
          </a:xfrm>
          <a:prstGeom prst="rect">
            <a:avLst/>
          </a:prstGeom>
          <a:solidFill>
            <a:srgbClr val="41414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9221C3-FBC5-48DC-A18B-FA8E32CAB8F0}"/>
              </a:ext>
            </a:extLst>
          </p:cNvPr>
          <p:cNvSpPr/>
          <p:nvPr/>
        </p:nvSpPr>
        <p:spPr>
          <a:xfrm>
            <a:off x="9185274" y="1987550"/>
            <a:ext cx="2921000" cy="1816100"/>
          </a:xfrm>
          <a:prstGeom prst="rect">
            <a:avLst/>
          </a:prstGeom>
          <a:solidFill>
            <a:srgbClr val="EAE3D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6720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585</Words>
  <Application>Microsoft Office PowerPoint</Application>
  <PresentationFormat>Widescreen</PresentationFormat>
  <Paragraphs>111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HB</dc:creator>
  <cp:lastModifiedBy>HB</cp:lastModifiedBy>
  <cp:revision>27</cp:revision>
  <dcterms:created xsi:type="dcterms:W3CDTF">2025-12-31T16:17:29Z</dcterms:created>
  <dcterms:modified xsi:type="dcterms:W3CDTF">2026-01-01T05:23:36Z</dcterms:modified>
</cp:coreProperties>
</file>